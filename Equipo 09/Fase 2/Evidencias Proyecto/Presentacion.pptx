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70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1525E5-7C6C-47A1-9ECC-2A184640884C}" v="4" dt="2025-11-25T23:15:04.8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ce larco" userId="7582802b1fe67b81" providerId="LiveId" clId="{96780D1D-266B-4D47-891B-A8DB4FF4300F}"/>
    <pc:docChg chg="undo custSel modSld">
      <pc:chgData name="bruce larco" userId="7582802b1fe67b81" providerId="LiveId" clId="{96780D1D-266B-4D47-891B-A8DB4FF4300F}" dt="2025-11-25T23:16:53.006" v="119" actId="1076"/>
      <pc:docMkLst>
        <pc:docMk/>
      </pc:docMkLst>
      <pc:sldChg chg="modSp mod">
        <pc:chgData name="bruce larco" userId="7582802b1fe67b81" providerId="LiveId" clId="{96780D1D-266B-4D47-891B-A8DB4FF4300F}" dt="2025-11-25T23:10:42.352" v="74" actId="20577"/>
        <pc:sldMkLst>
          <pc:docMk/>
          <pc:sldMk cId="0" sldId="256"/>
        </pc:sldMkLst>
        <pc:spChg chg="mod">
          <ac:chgData name="bruce larco" userId="7582802b1fe67b81" providerId="LiveId" clId="{96780D1D-266B-4D47-891B-A8DB4FF4300F}" dt="2025-11-25T23:10:42.352" v="74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ruce larco" userId="7582802b1fe67b81" providerId="LiveId" clId="{96780D1D-266B-4D47-891B-A8DB4FF4300F}" dt="2025-11-25T23:11:07.873" v="75" actId="20577"/>
        <pc:sldMkLst>
          <pc:docMk/>
          <pc:sldMk cId="0" sldId="257"/>
        </pc:sldMkLst>
        <pc:spChg chg="mod">
          <ac:chgData name="bruce larco" userId="7582802b1fe67b81" providerId="LiveId" clId="{96780D1D-266B-4D47-891B-A8DB4FF4300F}" dt="2025-11-25T23:11:07.873" v="75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bruce larco" userId="7582802b1fe67b81" providerId="LiveId" clId="{96780D1D-266B-4D47-891B-A8DB4FF4300F}" dt="2025-11-25T23:11:31.342" v="76" actId="27107"/>
        <pc:sldMkLst>
          <pc:docMk/>
          <pc:sldMk cId="0" sldId="258"/>
        </pc:sldMkLst>
        <pc:graphicFrameChg chg="mod modGraphic">
          <ac:chgData name="bruce larco" userId="7582802b1fe67b81" providerId="LiveId" clId="{96780D1D-266B-4D47-891B-A8DB4FF4300F}" dt="2025-11-25T23:11:31.342" v="76" actId="27107"/>
          <ac:graphicFrameMkLst>
            <pc:docMk/>
            <pc:sldMk cId="0" sldId="258"/>
            <ac:graphicFrameMk id="27" creationId="{F2A047F6-B7E1-68EB-A54A-67DCB2B6E2CC}"/>
          </ac:graphicFrameMkLst>
        </pc:graphicFrameChg>
      </pc:sldChg>
      <pc:sldChg chg="modSp mod">
        <pc:chgData name="bruce larco" userId="7582802b1fe67b81" providerId="LiveId" clId="{96780D1D-266B-4D47-891B-A8DB4FF4300F}" dt="2025-11-25T23:12:10.990" v="79" actId="20577"/>
        <pc:sldMkLst>
          <pc:docMk/>
          <pc:sldMk cId="0" sldId="260"/>
        </pc:sldMkLst>
        <pc:graphicFrameChg chg="modGraphic">
          <ac:chgData name="bruce larco" userId="7582802b1fe67b81" providerId="LiveId" clId="{96780D1D-266B-4D47-891B-A8DB4FF4300F}" dt="2025-11-25T23:12:10.990" v="79" actId="20577"/>
          <ac:graphicFrameMkLst>
            <pc:docMk/>
            <pc:sldMk cId="0" sldId="260"/>
            <ac:graphicFrameMk id="5" creationId="{27AAC949-B831-4DE4-01A9-A6EFF029755F}"/>
          </ac:graphicFrameMkLst>
        </pc:graphicFrameChg>
      </pc:sldChg>
      <pc:sldChg chg="modSp mod">
        <pc:chgData name="bruce larco" userId="7582802b1fe67b81" providerId="LiveId" clId="{96780D1D-266B-4D47-891B-A8DB4FF4300F}" dt="2025-11-25T23:15:01.230" v="112" actId="20577"/>
        <pc:sldMkLst>
          <pc:docMk/>
          <pc:sldMk cId="0" sldId="265"/>
        </pc:sldMkLst>
        <pc:graphicFrameChg chg="modGraphic">
          <ac:chgData name="bruce larco" userId="7582802b1fe67b81" providerId="LiveId" clId="{96780D1D-266B-4D47-891B-A8DB4FF4300F}" dt="2025-11-25T23:15:01.230" v="112" actId="20577"/>
          <ac:graphicFrameMkLst>
            <pc:docMk/>
            <pc:sldMk cId="0" sldId="265"/>
            <ac:graphicFrameMk id="5" creationId="{444D3678-D2FD-5CEF-3EB8-208CA750AD88}"/>
          </ac:graphicFrameMkLst>
        </pc:graphicFrameChg>
      </pc:sldChg>
      <pc:sldChg chg="modSp mod">
        <pc:chgData name="bruce larco" userId="7582802b1fe67b81" providerId="LiveId" clId="{96780D1D-266B-4D47-891B-A8DB4FF4300F}" dt="2025-11-25T23:16:53.006" v="119" actId="1076"/>
        <pc:sldMkLst>
          <pc:docMk/>
          <pc:sldMk cId="0" sldId="266"/>
        </pc:sldMkLst>
        <pc:spChg chg="mod">
          <ac:chgData name="bruce larco" userId="7582802b1fe67b81" providerId="LiveId" clId="{96780D1D-266B-4D47-891B-A8DB4FF4300F}" dt="2025-11-25T23:16:53.006" v="119" actId="1076"/>
          <ac:spMkLst>
            <pc:docMk/>
            <pc:sldMk cId="0" sldId="266"/>
            <ac:spMk id="2" creationId="{00000000-0000-0000-0000-000000000000}"/>
          </ac:spMkLst>
        </pc:spChg>
        <pc:spChg chg="mod">
          <ac:chgData name="bruce larco" userId="7582802b1fe67b81" providerId="LiveId" clId="{96780D1D-266B-4D47-891B-A8DB4FF4300F}" dt="2025-11-25T23:16:48.660" v="118" actId="14100"/>
          <ac:spMkLst>
            <pc:docMk/>
            <pc:sldMk cId="0" sldId="266"/>
            <ac:spMk id="47" creationId="{951679E5-DF4A-7FB8-33C8-52DE05CD5B69}"/>
          </ac:spMkLst>
        </pc:spChg>
      </pc:sldChg>
      <pc:sldChg chg="modSp mod">
        <pc:chgData name="bruce larco" userId="7582802b1fe67b81" providerId="LiveId" clId="{96780D1D-266B-4D47-891B-A8DB4FF4300F}" dt="2025-11-22T17:49:36.024" v="18" actId="1076"/>
        <pc:sldMkLst>
          <pc:docMk/>
          <pc:sldMk cId="0" sldId="267"/>
        </pc:sldMkLst>
        <pc:picChg chg="mod">
          <ac:chgData name="bruce larco" userId="7582802b1fe67b81" providerId="LiveId" clId="{96780D1D-266B-4D47-891B-A8DB4FF4300F}" dt="2025-11-22T17:49:36.024" v="18" actId="1076"/>
          <ac:picMkLst>
            <pc:docMk/>
            <pc:sldMk cId="0" sldId="267"/>
            <ac:picMk id="5" creationId="{A7BAC52E-FA16-24D7-16C0-ACD7E1C508E7}"/>
          </ac:picMkLst>
        </pc:picChg>
      </pc:sldChg>
      <pc:sldChg chg="addSp delSp modSp mod">
        <pc:chgData name="bruce larco" userId="7582802b1fe67b81" providerId="LiveId" clId="{96780D1D-266B-4D47-891B-A8DB4FF4300F}" dt="2025-11-22T17:59:33.821" v="31" actId="26606"/>
        <pc:sldMkLst>
          <pc:docMk/>
          <pc:sldMk cId="0" sldId="269"/>
        </pc:sldMkLst>
        <pc:spChg chg="mo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2" creationId="{00000000-0000-0000-0000-000000000000}"/>
          </ac:spMkLst>
        </pc:spChg>
        <pc:spChg chg="mo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3" creationId="{00000000-0000-0000-0000-000000000000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57" creationId="{0D7B6173-1D58-48E2-83CF-37350F315F75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58" creationId="{BE149CDF-5DAC-4860-A285-9492CF2090AA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60" creationId="{21BDEC81-16A7-4451-B893-C15000083B77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61" creationId="{26A515A1-4D80-430E-BE0A-71A290516A82}"/>
          </ac:spMkLst>
        </pc:spChg>
        <pc:picChg chg="add mod">
          <ac:chgData name="bruce larco" userId="7582802b1fe67b81" providerId="LiveId" clId="{96780D1D-266B-4D47-891B-A8DB4FF4300F}" dt="2025-11-22T17:59:33.821" v="31" actId="26606"/>
          <ac:picMkLst>
            <pc:docMk/>
            <pc:sldMk cId="0" sldId="269"/>
            <ac:picMk id="4" creationId="{E5F3CA56-202B-ECDB-9299-1C4DB2A8350A}"/>
          </ac:picMkLst>
        </pc:picChg>
        <pc:picChg chg="add">
          <ac:chgData name="bruce larco" userId="7582802b1fe67b81" providerId="LiveId" clId="{96780D1D-266B-4D47-891B-A8DB4FF4300F}" dt="2025-11-22T17:59:33.821" v="31" actId="26606"/>
          <ac:picMkLst>
            <pc:docMk/>
            <pc:sldMk cId="0" sldId="269"/>
            <ac:picMk id="59" creationId="{B0DAC8FB-A162-44E3-A606-C855A03A5B09}"/>
          </ac:picMkLst>
        </pc:picChg>
      </pc:sldChg>
      <pc:sldChg chg="modSp mod">
        <pc:chgData name="bruce larco" userId="7582802b1fe67b81" providerId="LiveId" clId="{96780D1D-266B-4D47-891B-A8DB4FF4300F}" dt="2025-11-22T17:49:01.127" v="14" actId="1076"/>
        <pc:sldMkLst>
          <pc:docMk/>
          <pc:sldMk cId="2053761236" sldId="270"/>
        </pc:sldMkLst>
        <pc:spChg chg="mod">
          <ac:chgData name="bruce larco" userId="7582802b1fe67b81" providerId="LiveId" clId="{96780D1D-266B-4D47-891B-A8DB4FF4300F}" dt="2025-11-22T17:48:33.688" v="7" actId="1076"/>
          <ac:spMkLst>
            <pc:docMk/>
            <pc:sldMk cId="2053761236" sldId="270"/>
            <ac:spMk id="2" creationId="{2B8ACC8F-0F1C-E228-A1DB-78EA2A801D17}"/>
          </ac:spMkLst>
        </pc:spChg>
        <pc:picChg chg="mod">
          <ac:chgData name="bruce larco" userId="7582802b1fe67b81" providerId="LiveId" clId="{96780D1D-266B-4D47-891B-A8DB4FF4300F}" dt="2025-11-22T17:49:01.127" v="14" actId="1076"/>
          <ac:picMkLst>
            <pc:docMk/>
            <pc:sldMk cId="2053761236" sldId="270"/>
            <ac:picMk id="8" creationId="{72DACFC7-731D-21D7-548F-CB364DB6EB56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1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1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44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11" Type="http://schemas.openxmlformats.org/officeDocument/2006/relationships/image" Target="../media/image43.pn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1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1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44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11" Type="http://schemas.openxmlformats.org/officeDocument/2006/relationships/image" Target="../media/image43.pn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4ECE15-DAA8-4AED-82BF-9440864FDEC9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CEE5211-C0ED-4AB0-BF9A-52CB629F90F4}">
      <dgm:prSet/>
      <dgm:spPr/>
      <dgm:t>
        <a:bodyPr/>
        <a:lstStyle/>
        <a:p>
          <a:r>
            <a:rPr lang="en-US" dirty="0"/>
            <a:t>• Dificultad para Gestionar solicitudes Como certificados, proyectos y actividades.</a:t>
          </a:r>
        </a:p>
      </dgm:t>
    </dgm:pt>
    <dgm:pt modelId="{AF152E7B-0193-4BDB-9714-6A67DCAA9750}" type="parTrans" cxnId="{44B34D6D-F1FA-4D54-A1F2-92960F9F65BA}">
      <dgm:prSet/>
      <dgm:spPr/>
      <dgm:t>
        <a:bodyPr/>
        <a:lstStyle/>
        <a:p>
          <a:endParaRPr lang="en-US"/>
        </a:p>
      </dgm:t>
    </dgm:pt>
    <dgm:pt modelId="{543368C9-46EA-4794-8A4F-7AF25BF6E942}" type="sibTrans" cxnId="{44B34D6D-F1FA-4D54-A1F2-92960F9F65BA}">
      <dgm:prSet/>
      <dgm:spPr/>
      <dgm:t>
        <a:bodyPr/>
        <a:lstStyle/>
        <a:p>
          <a:endParaRPr lang="en-US"/>
        </a:p>
      </dgm:t>
    </dgm:pt>
    <dgm:pt modelId="{65EC77C8-35ED-4E05-A92E-9DC0AFB552DC}">
      <dgm:prSet/>
      <dgm:spPr/>
      <dgm:t>
        <a:bodyPr/>
        <a:lstStyle/>
        <a:p>
          <a:r>
            <a:rPr lang="en-US"/>
            <a:t>• Falta de comunicación efectiva entre directiva y vecinos.</a:t>
          </a:r>
        </a:p>
      </dgm:t>
    </dgm:pt>
    <dgm:pt modelId="{79DB74B8-1B5E-4C58-B89C-55A03A819868}" type="parTrans" cxnId="{71FBD471-7BAE-40B8-8271-F6AD7ED65BC0}">
      <dgm:prSet/>
      <dgm:spPr/>
      <dgm:t>
        <a:bodyPr/>
        <a:lstStyle/>
        <a:p>
          <a:endParaRPr lang="en-US"/>
        </a:p>
      </dgm:t>
    </dgm:pt>
    <dgm:pt modelId="{511156D2-491A-45DC-BD8F-DD950130EAB7}" type="sibTrans" cxnId="{71FBD471-7BAE-40B8-8271-F6AD7ED65BC0}">
      <dgm:prSet/>
      <dgm:spPr/>
      <dgm:t>
        <a:bodyPr/>
        <a:lstStyle/>
        <a:p>
          <a:endParaRPr lang="en-US"/>
        </a:p>
      </dgm:t>
    </dgm:pt>
    <dgm:pt modelId="{BC1D95C5-CF5D-4023-82B4-3975A458428F}">
      <dgm:prSet/>
      <dgm:spPr/>
      <dgm:t>
        <a:bodyPr/>
        <a:lstStyle/>
        <a:p>
          <a:r>
            <a:rPr lang="en-US" dirty="0"/>
            <a:t>• Procesos manuales, demorosos y propensos a errores.</a:t>
          </a:r>
        </a:p>
      </dgm:t>
    </dgm:pt>
    <dgm:pt modelId="{6E61D8A6-69F1-42BC-93CD-17E3EFD82475}" type="parTrans" cxnId="{DCDC4860-E8E0-4F91-B70B-24250A0EDCA6}">
      <dgm:prSet/>
      <dgm:spPr/>
      <dgm:t>
        <a:bodyPr/>
        <a:lstStyle/>
        <a:p>
          <a:endParaRPr lang="en-US"/>
        </a:p>
      </dgm:t>
    </dgm:pt>
    <dgm:pt modelId="{185C6ABD-2389-41AE-AF17-7F3ABD3A2427}" type="sibTrans" cxnId="{DCDC4860-E8E0-4F91-B70B-24250A0EDCA6}">
      <dgm:prSet/>
      <dgm:spPr/>
      <dgm:t>
        <a:bodyPr/>
        <a:lstStyle/>
        <a:p>
          <a:endParaRPr lang="en-US"/>
        </a:p>
      </dgm:t>
    </dgm:pt>
    <dgm:pt modelId="{21D45C35-2FB7-4424-9108-625DC7E2736F}">
      <dgm:prSet/>
      <dgm:spPr/>
      <dgm:t>
        <a:bodyPr/>
        <a:lstStyle/>
        <a:p>
          <a:r>
            <a:rPr lang="en-US" dirty="0"/>
            <a:t>• Falta de registro organizado de vecinos, actividades y documentación.</a:t>
          </a:r>
        </a:p>
      </dgm:t>
    </dgm:pt>
    <dgm:pt modelId="{BD501319-AF69-46EC-BE65-148E00872B28}" type="parTrans" cxnId="{BCA2F0F2-A86A-4276-89B0-C83B2057DF8D}">
      <dgm:prSet/>
      <dgm:spPr/>
      <dgm:t>
        <a:bodyPr/>
        <a:lstStyle/>
        <a:p>
          <a:endParaRPr lang="en-US"/>
        </a:p>
      </dgm:t>
    </dgm:pt>
    <dgm:pt modelId="{851739DB-FDCA-4C97-8889-83EF031ECCE4}" type="sibTrans" cxnId="{BCA2F0F2-A86A-4276-89B0-C83B2057DF8D}">
      <dgm:prSet/>
      <dgm:spPr/>
      <dgm:t>
        <a:bodyPr/>
        <a:lstStyle/>
        <a:p>
          <a:endParaRPr lang="en-US"/>
        </a:p>
      </dgm:t>
    </dgm:pt>
    <dgm:pt modelId="{78292341-65EC-4439-A21D-1B19CAF68B49}" type="pres">
      <dgm:prSet presAssocID="{1C4ECE15-DAA8-4AED-82BF-9440864FDEC9}" presName="matrix" presStyleCnt="0">
        <dgm:presLayoutVars>
          <dgm:chMax val="1"/>
          <dgm:dir/>
          <dgm:resizeHandles val="exact"/>
        </dgm:presLayoutVars>
      </dgm:prSet>
      <dgm:spPr/>
    </dgm:pt>
    <dgm:pt modelId="{ED78A2CE-51AD-4E19-BE97-FB2D867487C8}" type="pres">
      <dgm:prSet presAssocID="{1C4ECE15-DAA8-4AED-82BF-9440864FDEC9}" presName="diamond" presStyleLbl="bgShp" presStyleIdx="0" presStyleCnt="1"/>
      <dgm:spPr/>
    </dgm:pt>
    <dgm:pt modelId="{DF66EAF8-217C-487D-83E6-290347F3C07B}" type="pres">
      <dgm:prSet presAssocID="{1C4ECE15-DAA8-4AED-82BF-9440864FDEC9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42EB8B5B-6264-43AE-89B4-EFB614FE56CA}" type="pres">
      <dgm:prSet presAssocID="{1C4ECE15-DAA8-4AED-82BF-9440864FDEC9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15376499-D32C-41A3-B298-2944E86D2878}" type="pres">
      <dgm:prSet presAssocID="{1C4ECE15-DAA8-4AED-82BF-9440864FDEC9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A1FF5937-9C4A-4AE1-9E1C-FD7B3755B91C}" type="pres">
      <dgm:prSet presAssocID="{1C4ECE15-DAA8-4AED-82BF-9440864FDEC9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DCDC4860-E8E0-4F91-B70B-24250A0EDCA6}" srcId="{1C4ECE15-DAA8-4AED-82BF-9440864FDEC9}" destId="{BC1D95C5-CF5D-4023-82B4-3975A458428F}" srcOrd="2" destOrd="0" parTransId="{6E61D8A6-69F1-42BC-93CD-17E3EFD82475}" sibTransId="{185C6ABD-2389-41AE-AF17-7F3ABD3A2427}"/>
    <dgm:cxn modelId="{6BCA136B-9A52-4EED-825C-408813177E82}" type="presOf" srcId="{65EC77C8-35ED-4E05-A92E-9DC0AFB552DC}" destId="{42EB8B5B-6264-43AE-89B4-EFB614FE56CA}" srcOrd="0" destOrd="0" presId="urn:microsoft.com/office/officeart/2005/8/layout/matrix3"/>
    <dgm:cxn modelId="{44B34D6D-F1FA-4D54-A1F2-92960F9F65BA}" srcId="{1C4ECE15-DAA8-4AED-82BF-9440864FDEC9}" destId="{DCEE5211-C0ED-4AB0-BF9A-52CB629F90F4}" srcOrd="0" destOrd="0" parTransId="{AF152E7B-0193-4BDB-9714-6A67DCAA9750}" sibTransId="{543368C9-46EA-4794-8A4F-7AF25BF6E942}"/>
    <dgm:cxn modelId="{71FBD471-7BAE-40B8-8271-F6AD7ED65BC0}" srcId="{1C4ECE15-DAA8-4AED-82BF-9440864FDEC9}" destId="{65EC77C8-35ED-4E05-A92E-9DC0AFB552DC}" srcOrd="1" destOrd="0" parTransId="{79DB74B8-1B5E-4C58-B89C-55A03A819868}" sibTransId="{511156D2-491A-45DC-BD8F-DD950130EAB7}"/>
    <dgm:cxn modelId="{C78B1381-0B90-4EC3-82FE-F2AB644FA6A1}" type="presOf" srcId="{BC1D95C5-CF5D-4023-82B4-3975A458428F}" destId="{15376499-D32C-41A3-B298-2944E86D2878}" srcOrd="0" destOrd="0" presId="urn:microsoft.com/office/officeart/2005/8/layout/matrix3"/>
    <dgm:cxn modelId="{002A3DA3-092B-40BB-9110-DB8C2873FE5A}" type="presOf" srcId="{DCEE5211-C0ED-4AB0-BF9A-52CB629F90F4}" destId="{DF66EAF8-217C-487D-83E6-290347F3C07B}" srcOrd="0" destOrd="0" presId="urn:microsoft.com/office/officeart/2005/8/layout/matrix3"/>
    <dgm:cxn modelId="{E5375DA8-F0D9-49D5-A013-0131A70D175A}" type="presOf" srcId="{1C4ECE15-DAA8-4AED-82BF-9440864FDEC9}" destId="{78292341-65EC-4439-A21D-1B19CAF68B49}" srcOrd="0" destOrd="0" presId="urn:microsoft.com/office/officeart/2005/8/layout/matrix3"/>
    <dgm:cxn modelId="{E9D21BB6-742D-47C7-BEA2-C879EA0393DC}" type="presOf" srcId="{21D45C35-2FB7-4424-9108-625DC7E2736F}" destId="{A1FF5937-9C4A-4AE1-9E1C-FD7B3755B91C}" srcOrd="0" destOrd="0" presId="urn:microsoft.com/office/officeart/2005/8/layout/matrix3"/>
    <dgm:cxn modelId="{BCA2F0F2-A86A-4276-89B0-C83B2057DF8D}" srcId="{1C4ECE15-DAA8-4AED-82BF-9440864FDEC9}" destId="{21D45C35-2FB7-4424-9108-625DC7E2736F}" srcOrd="3" destOrd="0" parTransId="{BD501319-AF69-46EC-BE65-148E00872B28}" sibTransId="{851739DB-FDCA-4C97-8889-83EF031ECCE4}"/>
    <dgm:cxn modelId="{F201F302-E96D-4ADF-9704-E0D0FC8EC436}" type="presParOf" srcId="{78292341-65EC-4439-A21D-1B19CAF68B49}" destId="{ED78A2CE-51AD-4E19-BE97-FB2D867487C8}" srcOrd="0" destOrd="0" presId="urn:microsoft.com/office/officeart/2005/8/layout/matrix3"/>
    <dgm:cxn modelId="{F044BAA3-CD99-4472-8A79-7B3BE3B95133}" type="presParOf" srcId="{78292341-65EC-4439-A21D-1B19CAF68B49}" destId="{DF66EAF8-217C-487D-83E6-290347F3C07B}" srcOrd="1" destOrd="0" presId="urn:microsoft.com/office/officeart/2005/8/layout/matrix3"/>
    <dgm:cxn modelId="{1A79384E-E43E-4506-8A33-04F15CA2B829}" type="presParOf" srcId="{78292341-65EC-4439-A21D-1B19CAF68B49}" destId="{42EB8B5B-6264-43AE-89B4-EFB614FE56CA}" srcOrd="2" destOrd="0" presId="urn:microsoft.com/office/officeart/2005/8/layout/matrix3"/>
    <dgm:cxn modelId="{AECC905C-8B39-4FBD-BB8E-DDF3B5885556}" type="presParOf" srcId="{78292341-65EC-4439-A21D-1B19CAF68B49}" destId="{15376499-D32C-41A3-B298-2944E86D2878}" srcOrd="3" destOrd="0" presId="urn:microsoft.com/office/officeart/2005/8/layout/matrix3"/>
    <dgm:cxn modelId="{67D42120-05C7-4CF1-8460-9568C72BA87F}" type="presParOf" srcId="{78292341-65EC-4439-A21D-1B19CAF68B49}" destId="{A1FF5937-9C4A-4AE1-9E1C-FD7B3755B91C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0D4DB7-B973-4076-83E4-18A88C98240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A06EB78-3816-4615-9A8F-1C69CA138277}">
      <dgm:prSet/>
      <dgm:spPr/>
      <dgm:t>
        <a:bodyPr/>
        <a:lstStyle/>
        <a:p>
          <a:r>
            <a:rPr lang="en-US"/>
            <a:t>• Inscripción de vecinos.</a:t>
          </a:r>
        </a:p>
      </dgm:t>
    </dgm:pt>
    <dgm:pt modelId="{AB201FE9-086B-44AA-B705-4EBBDA566743}" type="parTrans" cxnId="{6D2B1D30-C045-4AB1-8DEC-929252463286}">
      <dgm:prSet/>
      <dgm:spPr/>
      <dgm:t>
        <a:bodyPr/>
        <a:lstStyle/>
        <a:p>
          <a:endParaRPr lang="en-US"/>
        </a:p>
      </dgm:t>
    </dgm:pt>
    <dgm:pt modelId="{065B074F-DDC2-4AFE-9D11-54F7285B0428}" type="sibTrans" cxnId="{6D2B1D30-C045-4AB1-8DEC-929252463286}">
      <dgm:prSet/>
      <dgm:spPr/>
      <dgm:t>
        <a:bodyPr/>
        <a:lstStyle/>
        <a:p>
          <a:endParaRPr lang="en-US"/>
        </a:p>
      </dgm:t>
    </dgm:pt>
    <dgm:pt modelId="{B2BA7F9F-5DEE-4DF4-AA86-5ED99D84D62E}">
      <dgm:prSet/>
      <dgm:spPr/>
      <dgm:t>
        <a:bodyPr/>
        <a:lstStyle/>
        <a:p>
          <a:r>
            <a:rPr lang="en-US" dirty="0"/>
            <a:t>• Solicitud y emisión de certificados.</a:t>
          </a:r>
        </a:p>
      </dgm:t>
    </dgm:pt>
    <dgm:pt modelId="{0C8B52AD-C70F-48EF-9740-A0280ECC8010}" type="parTrans" cxnId="{36BDE0AA-4E98-4C88-905F-7C516E0F731A}">
      <dgm:prSet/>
      <dgm:spPr/>
      <dgm:t>
        <a:bodyPr/>
        <a:lstStyle/>
        <a:p>
          <a:endParaRPr lang="en-US"/>
        </a:p>
      </dgm:t>
    </dgm:pt>
    <dgm:pt modelId="{720AB901-4185-4F0C-B56B-D1D4A50F2DD8}" type="sibTrans" cxnId="{36BDE0AA-4E98-4C88-905F-7C516E0F731A}">
      <dgm:prSet/>
      <dgm:spPr/>
      <dgm:t>
        <a:bodyPr/>
        <a:lstStyle/>
        <a:p>
          <a:endParaRPr lang="en-US"/>
        </a:p>
      </dgm:t>
    </dgm:pt>
    <dgm:pt modelId="{9EEC5AB6-18D4-4FA4-BC1E-91ED60988FB6}">
      <dgm:prSet/>
      <dgm:spPr/>
      <dgm:t>
        <a:bodyPr/>
        <a:lstStyle/>
        <a:p>
          <a:r>
            <a:rPr lang="en-US" dirty="0"/>
            <a:t>• Postulación de proyectos vecinales.</a:t>
          </a:r>
        </a:p>
      </dgm:t>
    </dgm:pt>
    <dgm:pt modelId="{4040CFFF-9FF9-48DF-88E0-43F1B2C0CD81}" type="parTrans" cxnId="{7300EC96-88E5-4F6A-8E3C-63D13BA15572}">
      <dgm:prSet/>
      <dgm:spPr/>
      <dgm:t>
        <a:bodyPr/>
        <a:lstStyle/>
        <a:p>
          <a:endParaRPr lang="en-US"/>
        </a:p>
      </dgm:t>
    </dgm:pt>
    <dgm:pt modelId="{79F35EF8-1491-4A24-9DF3-B41A49CADBAA}" type="sibTrans" cxnId="{7300EC96-88E5-4F6A-8E3C-63D13BA15572}">
      <dgm:prSet/>
      <dgm:spPr/>
      <dgm:t>
        <a:bodyPr/>
        <a:lstStyle/>
        <a:p>
          <a:endParaRPr lang="en-US"/>
        </a:p>
      </dgm:t>
    </dgm:pt>
    <dgm:pt modelId="{6445659F-2F2C-46EC-8CD0-536F3206EC6F}">
      <dgm:prSet/>
      <dgm:spPr/>
      <dgm:t>
        <a:bodyPr/>
        <a:lstStyle/>
        <a:p>
          <a:r>
            <a:rPr lang="en-US"/>
            <a:t>• Visualización de noticias y notificaciones.</a:t>
          </a:r>
        </a:p>
      </dgm:t>
    </dgm:pt>
    <dgm:pt modelId="{CCDAEEC3-F473-44B2-B238-BFEB2D349786}" type="parTrans" cxnId="{2CBACD09-57B6-452E-96EB-1B0ACF0E847E}">
      <dgm:prSet/>
      <dgm:spPr/>
      <dgm:t>
        <a:bodyPr/>
        <a:lstStyle/>
        <a:p>
          <a:endParaRPr lang="en-US"/>
        </a:p>
      </dgm:t>
    </dgm:pt>
    <dgm:pt modelId="{66C29A99-74A7-42C2-AAC6-28ACBB6CEE94}" type="sibTrans" cxnId="{2CBACD09-57B6-452E-96EB-1B0ACF0E847E}">
      <dgm:prSet/>
      <dgm:spPr/>
      <dgm:t>
        <a:bodyPr/>
        <a:lstStyle/>
        <a:p>
          <a:endParaRPr lang="en-US"/>
        </a:p>
      </dgm:t>
    </dgm:pt>
    <dgm:pt modelId="{A35F4700-5A90-4843-BD3D-F32318A08D91}">
      <dgm:prSet/>
      <dgm:spPr/>
      <dgm:t>
        <a:bodyPr/>
        <a:lstStyle/>
        <a:p>
          <a:r>
            <a:rPr lang="en-US" dirty="0"/>
            <a:t>• Acceso desde web o móvil.</a:t>
          </a:r>
        </a:p>
      </dgm:t>
    </dgm:pt>
    <dgm:pt modelId="{46298A06-2AEA-43B8-BB0C-4440D83BA815}" type="parTrans" cxnId="{3D5766ED-9611-4C36-993E-316C4C0B6981}">
      <dgm:prSet/>
      <dgm:spPr/>
      <dgm:t>
        <a:bodyPr/>
        <a:lstStyle/>
        <a:p>
          <a:endParaRPr lang="en-US"/>
        </a:p>
      </dgm:t>
    </dgm:pt>
    <dgm:pt modelId="{F471EA9B-2F50-4821-B786-66D883FE237C}" type="sibTrans" cxnId="{3D5766ED-9611-4C36-993E-316C4C0B6981}">
      <dgm:prSet/>
      <dgm:spPr/>
      <dgm:t>
        <a:bodyPr/>
        <a:lstStyle/>
        <a:p>
          <a:endParaRPr lang="en-US"/>
        </a:p>
      </dgm:t>
    </dgm:pt>
    <dgm:pt modelId="{6705F8CF-8E1D-4551-B13F-6724EF8B8682}">
      <dgm:prSet/>
      <dgm:spPr/>
      <dgm:t>
        <a:bodyPr/>
        <a:lstStyle/>
        <a:p>
          <a:r>
            <a:rPr lang="en-US"/>
            <a:t>• Usabilidad simple para usuarios sin conocimientos técnicos.</a:t>
          </a:r>
        </a:p>
      </dgm:t>
    </dgm:pt>
    <dgm:pt modelId="{7A41B30E-D807-41B8-8897-041C905C4900}" type="parTrans" cxnId="{9E01D13A-F515-4403-B34A-C16699A0F3EC}">
      <dgm:prSet/>
      <dgm:spPr/>
      <dgm:t>
        <a:bodyPr/>
        <a:lstStyle/>
        <a:p>
          <a:endParaRPr lang="en-US"/>
        </a:p>
      </dgm:t>
    </dgm:pt>
    <dgm:pt modelId="{DFC3DA9B-2977-4960-A686-D5F5D7EE0F92}" type="sibTrans" cxnId="{9E01D13A-F515-4403-B34A-C16699A0F3EC}">
      <dgm:prSet/>
      <dgm:spPr/>
      <dgm:t>
        <a:bodyPr/>
        <a:lstStyle/>
        <a:p>
          <a:endParaRPr lang="en-US"/>
        </a:p>
      </dgm:t>
    </dgm:pt>
    <dgm:pt modelId="{58E01ED7-C6AA-46FF-8113-B73CAE0B2919}" type="pres">
      <dgm:prSet presAssocID="{F20D4DB7-B973-4076-83E4-18A88C982403}" presName="root" presStyleCnt="0">
        <dgm:presLayoutVars>
          <dgm:dir/>
          <dgm:resizeHandles val="exact"/>
        </dgm:presLayoutVars>
      </dgm:prSet>
      <dgm:spPr/>
    </dgm:pt>
    <dgm:pt modelId="{1CA361E5-9C75-43C1-AF47-F8542BC698C7}" type="pres">
      <dgm:prSet presAssocID="{5A06EB78-3816-4615-9A8F-1C69CA138277}" presName="compNode" presStyleCnt="0"/>
      <dgm:spPr/>
    </dgm:pt>
    <dgm:pt modelId="{875C9416-D24E-48D2-A661-1C938BCBC7ED}" type="pres">
      <dgm:prSet presAssocID="{5A06EB78-3816-4615-9A8F-1C69CA138277}" presName="bgRect" presStyleLbl="bgShp" presStyleIdx="0" presStyleCnt="6"/>
      <dgm:spPr/>
    </dgm:pt>
    <dgm:pt modelId="{9968DF71-C542-42C8-A23D-66D427914C0E}" type="pres">
      <dgm:prSet presAssocID="{5A06EB78-3816-4615-9A8F-1C69CA138277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D622C42D-AE41-4700-8790-8D562363CB6A}" type="pres">
      <dgm:prSet presAssocID="{5A06EB78-3816-4615-9A8F-1C69CA138277}" presName="spaceRect" presStyleCnt="0"/>
      <dgm:spPr/>
    </dgm:pt>
    <dgm:pt modelId="{C4F0EED8-D4AE-443C-A911-9C84045212A6}" type="pres">
      <dgm:prSet presAssocID="{5A06EB78-3816-4615-9A8F-1C69CA138277}" presName="parTx" presStyleLbl="revTx" presStyleIdx="0" presStyleCnt="6">
        <dgm:presLayoutVars>
          <dgm:chMax val="0"/>
          <dgm:chPref val="0"/>
        </dgm:presLayoutVars>
      </dgm:prSet>
      <dgm:spPr/>
    </dgm:pt>
    <dgm:pt modelId="{7CBA5636-DC27-4DD9-8EE7-C526566F8C47}" type="pres">
      <dgm:prSet presAssocID="{065B074F-DDC2-4AFE-9D11-54F7285B0428}" presName="sibTrans" presStyleCnt="0"/>
      <dgm:spPr/>
    </dgm:pt>
    <dgm:pt modelId="{1BFA7742-49B7-483A-850C-A6FBC4829FB9}" type="pres">
      <dgm:prSet presAssocID="{B2BA7F9F-5DEE-4DF4-AA86-5ED99D84D62E}" presName="compNode" presStyleCnt="0"/>
      <dgm:spPr/>
    </dgm:pt>
    <dgm:pt modelId="{0472ED79-3C41-44A1-A611-E6EF045ECBC5}" type="pres">
      <dgm:prSet presAssocID="{B2BA7F9F-5DEE-4DF4-AA86-5ED99D84D62E}" presName="bgRect" presStyleLbl="bgShp" presStyleIdx="1" presStyleCnt="6"/>
      <dgm:spPr/>
    </dgm:pt>
    <dgm:pt modelId="{529AF0FD-5ADC-41A8-B6F9-5E901B07C275}" type="pres">
      <dgm:prSet presAssocID="{B2BA7F9F-5DEE-4DF4-AA86-5ED99D84D62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019DD50D-F197-42BC-B238-0A8199865D9B}" type="pres">
      <dgm:prSet presAssocID="{B2BA7F9F-5DEE-4DF4-AA86-5ED99D84D62E}" presName="spaceRect" presStyleCnt="0"/>
      <dgm:spPr/>
    </dgm:pt>
    <dgm:pt modelId="{E53060CC-8327-4004-A6A1-4D27C734B75C}" type="pres">
      <dgm:prSet presAssocID="{B2BA7F9F-5DEE-4DF4-AA86-5ED99D84D62E}" presName="parTx" presStyleLbl="revTx" presStyleIdx="1" presStyleCnt="6">
        <dgm:presLayoutVars>
          <dgm:chMax val="0"/>
          <dgm:chPref val="0"/>
        </dgm:presLayoutVars>
      </dgm:prSet>
      <dgm:spPr/>
    </dgm:pt>
    <dgm:pt modelId="{021AEB9B-D47E-4672-8C75-9776612D213F}" type="pres">
      <dgm:prSet presAssocID="{720AB901-4185-4F0C-B56B-D1D4A50F2DD8}" presName="sibTrans" presStyleCnt="0"/>
      <dgm:spPr/>
    </dgm:pt>
    <dgm:pt modelId="{66293649-1E3B-4ABC-B27E-6DF2CB03E812}" type="pres">
      <dgm:prSet presAssocID="{9EEC5AB6-18D4-4FA4-BC1E-91ED60988FB6}" presName="compNode" presStyleCnt="0"/>
      <dgm:spPr/>
    </dgm:pt>
    <dgm:pt modelId="{5D466652-A668-4136-92E0-2BAA2CF3BAB7}" type="pres">
      <dgm:prSet presAssocID="{9EEC5AB6-18D4-4FA4-BC1E-91ED60988FB6}" presName="bgRect" presStyleLbl="bgShp" presStyleIdx="2" presStyleCnt="6"/>
      <dgm:spPr/>
    </dgm:pt>
    <dgm:pt modelId="{6194EEC6-236F-45B7-940B-07E5F0664378}" type="pres">
      <dgm:prSet presAssocID="{9EEC5AB6-18D4-4FA4-BC1E-91ED60988FB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A26BD576-71EF-4FE6-BB41-4E5EDA3C0B07}" type="pres">
      <dgm:prSet presAssocID="{9EEC5AB6-18D4-4FA4-BC1E-91ED60988FB6}" presName="spaceRect" presStyleCnt="0"/>
      <dgm:spPr/>
    </dgm:pt>
    <dgm:pt modelId="{44A31C34-3FD1-4246-A862-7FA4A1BB44C7}" type="pres">
      <dgm:prSet presAssocID="{9EEC5AB6-18D4-4FA4-BC1E-91ED60988FB6}" presName="parTx" presStyleLbl="revTx" presStyleIdx="2" presStyleCnt="6">
        <dgm:presLayoutVars>
          <dgm:chMax val="0"/>
          <dgm:chPref val="0"/>
        </dgm:presLayoutVars>
      </dgm:prSet>
      <dgm:spPr/>
    </dgm:pt>
    <dgm:pt modelId="{8FBE3421-DA14-4390-8934-135674F2AFDD}" type="pres">
      <dgm:prSet presAssocID="{79F35EF8-1491-4A24-9DF3-B41A49CADBAA}" presName="sibTrans" presStyleCnt="0"/>
      <dgm:spPr/>
    </dgm:pt>
    <dgm:pt modelId="{8D36CEFC-7A27-4D72-A501-57F8A2463C17}" type="pres">
      <dgm:prSet presAssocID="{6445659F-2F2C-46EC-8CD0-536F3206EC6F}" presName="compNode" presStyleCnt="0"/>
      <dgm:spPr/>
    </dgm:pt>
    <dgm:pt modelId="{94748CC8-BD26-4732-9940-0483AD791127}" type="pres">
      <dgm:prSet presAssocID="{6445659F-2F2C-46EC-8CD0-536F3206EC6F}" presName="bgRect" presStyleLbl="bgShp" presStyleIdx="3" presStyleCnt="6"/>
      <dgm:spPr/>
    </dgm:pt>
    <dgm:pt modelId="{9FEBD415-81A3-4B0B-B8FE-BE964633E8C7}" type="pres">
      <dgm:prSet presAssocID="{6445659F-2F2C-46EC-8CD0-536F3206EC6F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pana"/>
        </a:ext>
      </dgm:extLst>
    </dgm:pt>
    <dgm:pt modelId="{E0CCDA37-B3F9-4875-B5DC-4F8A784BD534}" type="pres">
      <dgm:prSet presAssocID="{6445659F-2F2C-46EC-8CD0-536F3206EC6F}" presName="spaceRect" presStyleCnt="0"/>
      <dgm:spPr/>
    </dgm:pt>
    <dgm:pt modelId="{C7B57ACE-6799-4F2A-97E1-D7BE9CC9CBAC}" type="pres">
      <dgm:prSet presAssocID="{6445659F-2F2C-46EC-8CD0-536F3206EC6F}" presName="parTx" presStyleLbl="revTx" presStyleIdx="3" presStyleCnt="6">
        <dgm:presLayoutVars>
          <dgm:chMax val="0"/>
          <dgm:chPref val="0"/>
        </dgm:presLayoutVars>
      </dgm:prSet>
      <dgm:spPr/>
    </dgm:pt>
    <dgm:pt modelId="{9DF977D5-A430-4FE4-852F-AF6FE1256422}" type="pres">
      <dgm:prSet presAssocID="{66C29A99-74A7-42C2-AAC6-28ACBB6CEE94}" presName="sibTrans" presStyleCnt="0"/>
      <dgm:spPr/>
    </dgm:pt>
    <dgm:pt modelId="{E6A136A9-EB29-4B12-81D7-E5344A95FA33}" type="pres">
      <dgm:prSet presAssocID="{A35F4700-5A90-4843-BD3D-F32318A08D91}" presName="compNode" presStyleCnt="0"/>
      <dgm:spPr/>
    </dgm:pt>
    <dgm:pt modelId="{94705E2A-9BD7-4CAC-83D8-BB0C4F814976}" type="pres">
      <dgm:prSet presAssocID="{A35F4700-5A90-4843-BD3D-F32318A08D91}" presName="bgRect" presStyleLbl="bgShp" presStyleIdx="4" presStyleCnt="6"/>
      <dgm:spPr/>
    </dgm:pt>
    <dgm:pt modelId="{C5ABEFB2-8BD0-46F2-8DFC-69CC428F864C}" type="pres">
      <dgm:prSet presAssocID="{A35F4700-5A90-4843-BD3D-F32318A08D91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rtátil"/>
        </a:ext>
      </dgm:extLst>
    </dgm:pt>
    <dgm:pt modelId="{07F8224A-8B97-44EB-AF0B-3D3C5CA34FFF}" type="pres">
      <dgm:prSet presAssocID="{A35F4700-5A90-4843-BD3D-F32318A08D91}" presName="spaceRect" presStyleCnt="0"/>
      <dgm:spPr/>
    </dgm:pt>
    <dgm:pt modelId="{CEC032EE-57DE-4718-BAF9-44D2198F8366}" type="pres">
      <dgm:prSet presAssocID="{A35F4700-5A90-4843-BD3D-F32318A08D91}" presName="parTx" presStyleLbl="revTx" presStyleIdx="4" presStyleCnt="6">
        <dgm:presLayoutVars>
          <dgm:chMax val="0"/>
          <dgm:chPref val="0"/>
        </dgm:presLayoutVars>
      </dgm:prSet>
      <dgm:spPr/>
    </dgm:pt>
    <dgm:pt modelId="{36D68896-5027-4071-A677-A4ABBCFEFD10}" type="pres">
      <dgm:prSet presAssocID="{F471EA9B-2F50-4821-B786-66D883FE237C}" presName="sibTrans" presStyleCnt="0"/>
      <dgm:spPr/>
    </dgm:pt>
    <dgm:pt modelId="{0944234C-B345-4586-AE71-D8C0D20C9CEE}" type="pres">
      <dgm:prSet presAssocID="{6705F8CF-8E1D-4551-B13F-6724EF8B8682}" presName="compNode" presStyleCnt="0"/>
      <dgm:spPr/>
    </dgm:pt>
    <dgm:pt modelId="{8FFE6B76-50FC-4E15-86AC-16BFDF291733}" type="pres">
      <dgm:prSet presAssocID="{6705F8CF-8E1D-4551-B13F-6724EF8B8682}" presName="bgRect" presStyleLbl="bgShp" presStyleIdx="5" presStyleCnt="6"/>
      <dgm:spPr/>
    </dgm:pt>
    <dgm:pt modelId="{8EB6C650-13F4-441D-91EE-55AFFF89256C}" type="pres">
      <dgm:prSet presAssocID="{6705F8CF-8E1D-4551-B13F-6724EF8B868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ayer Candle"/>
        </a:ext>
      </dgm:extLst>
    </dgm:pt>
    <dgm:pt modelId="{22A3C169-43D3-46AC-9E18-09935D2F75C4}" type="pres">
      <dgm:prSet presAssocID="{6705F8CF-8E1D-4551-B13F-6724EF8B8682}" presName="spaceRect" presStyleCnt="0"/>
      <dgm:spPr/>
    </dgm:pt>
    <dgm:pt modelId="{E9E2550C-9DE0-43E0-AF4E-C261D941D7D4}" type="pres">
      <dgm:prSet presAssocID="{6705F8CF-8E1D-4551-B13F-6724EF8B868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A08BF501-EF0C-4535-BFDD-1A050DA05B16}" type="presOf" srcId="{6445659F-2F2C-46EC-8CD0-536F3206EC6F}" destId="{C7B57ACE-6799-4F2A-97E1-D7BE9CC9CBAC}" srcOrd="0" destOrd="0" presId="urn:microsoft.com/office/officeart/2018/2/layout/IconVerticalSolidList"/>
    <dgm:cxn modelId="{2CBACD09-57B6-452E-96EB-1B0ACF0E847E}" srcId="{F20D4DB7-B973-4076-83E4-18A88C982403}" destId="{6445659F-2F2C-46EC-8CD0-536F3206EC6F}" srcOrd="3" destOrd="0" parTransId="{CCDAEEC3-F473-44B2-B238-BFEB2D349786}" sibTransId="{66C29A99-74A7-42C2-AAC6-28ACBB6CEE94}"/>
    <dgm:cxn modelId="{43E9332B-29A5-425F-ACF4-D3F0E60C401C}" type="presOf" srcId="{9EEC5AB6-18D4-4FA4-BC1E-91ED60988FB6}" destId="{44A31C34-3FD1-4246-A862-7FA4A1BB44C7}" srcOrd="0" destOrd="0" presId="urn:microsoft.com/office/officeart/2018/2/layout/IconVerticalSolidList"/>
    <dgm:cxn modelId="{6D2B1D30-C045-4AB1-8DEC-929252463286}" srcId="{F20D4DB7-B973-4076-83E4-18A88C982403}" destId="{5A06EB78-3816-4615-9A8F-1C69CA138277}" srcOrd="0" destOrd="0" parTransId="{AB201FE9-086B-44AA-B705-4EBBDA566743}" sibTransId="{065B074F-DDC2-4AFE-9D11-54F7285B0428}"/>
    <dgm:cxn modelId="{9E01D13A-F515-4403-B34A-C16699A0F3EC}" srcId="{F20D4DB7-B973-4076-83E4-18A88C982403}" destId="{6705F8CF-8E1D-4551-B13F-6724EF8B8682}" srcOrd="5" destOrd="0" parTransId="{7A41B30E-D807-41B8-8897-041C905C4900}" sibTransId="{DFC3DA9B-2977-4960-A686-D5F5D7EE0F92}"/>
    <dgm:cxn modelId="{E9455158-65F7-45C6-9989-B551F3FFD912}" type="presOf" srcId="{B2BA7F9F-5DEE-4DF4-AA86-5ED99D84D62E}" destId="{E53060CC-8327-4004-A6A1-4D27C734B75C}" srcOrd="0" destOrd="0" presId="urn:microsoft.com/office/officeart/2018/2/layout/IconVerticalSolidList"/>
    <dgm:cxn modelId="{99BBD579-9EDF-4580-9AEB-07C3F7F9B289}" type="presOf" srcId="{F20D4DB7-B973-4076-83E4-18A88C982403}" destId="{58E01ED7-C6AA-46FF-8113-B73CAE0B2919}" srcOrd="0" destOrd="0" presId="urn:microsoft.com/office/officeart/2018/2/layout/IconVerticalSolidList"/>
    <dgm:cxn modelId="{7300EC96-88E5-4F6A-8E3C-63D13BA15572}" srcId="{F20D4DB7-B973-4076-83E4-18A88C982403}" destId="{9EEC5AB6-18D4-4FA4-BC1E-91ED60988FB6}" srcOrd="2" destOrd="0" parTransId="{4040CFFF-9FF9-48DF-88E0-43F1B2C0CD81}" sibTransId="{79F35EF8-1491-4A24-9DF3-B41A49CADBAA}"/>
    <dgm:cxn modelId="{0FB9D1AA-37BD-443A-BC01-A6BECED7ADA3}" type="presOf" srcId="{A35F4700-5A90-4843-BD3D-F32318A08D91}" destId="{CEC032EE-57DE-4718-BAF9-44D2198F8366}" srcOrd="0" destOrd="0" presId="urn:microsoft.com/office/officeart/2018/2/layout/IconVerticalSolidList"/>
    <dgm:cxn modelId="{36BDE0AA-4E98-4C88-905F-7C516E0F731A}" srcId="{F20D4DB7-B973-4076-83E4-18A88C982403}" destId="{B2BA7F9F-5DEE-4DF4-AA86-5ED99D84D62E}" srcOrd="1" destOrd="0" parTransId="{0C8B52AD-C70F-48EF-9740-A0280ECC8010}" sibTransId="{720AB901-4185-4F0C-B56B-D1D4A50F2DD8}"/>
    <dgm:cxn modelId="{323D46B1-4979-465A-AEEA-E51A7BC425E1}" type="presOf" srcId="{5A06EB78-3816-4615-9A8F-1C69CA138277}" destId="{C4F0EED8-D4AE-443C-A911-9C84045212A6}" srcOrd="0" destOrd="0" presId="urn:microsoft.com/office/officeart/2018/2/layout/IconVerticalSolidList"/>
    <dgm:cxn modelId="{9D8D5CC7-3E2F-4D15-928F-5B854CDAF6E0}" type="presOf" srcId="{6705F8CF-8E1D-4551-B13F-6724EF8B8682}" destId="{E9E2550C-9DE0-43E0-AF4E-C261D941D7D4}" srcOrd="0" destOrd="0" presId="urn:microsoft.com/office/officeart/2018/2/layout/IconVerticalSolidList"/>
    <dgm:cxn modelId="{3D5766ED-9611-4C36-993E-316C4C0B6981}" srcId="{F20D4DB7-B973-4076-83E4-18A88C982403}" destId="{A35F4700-5A90-4843-BD3D-F32318A08D91}" srcOrd="4" destOrd="0" parTransId="{46298A06-2AEA-43B8-BB0C-4440D83BA815}" sibTransId="{F471EA9B-2F50-4821-B786-66D883FE237C}"/>
    <dgm:cxn modelId="{575253C4-890E-49B6-846B-06E7D733F1DE}" type="presParOf" srcId="{58E01ED7-C6AA-46FF-8113-B73CAE0B2919}" destId="{1CA361E5-9C75-43C1-AF47-F8542BC698C7}" srcOrd="0" destOrd="0" presId="urn:microsoft.com/office/officeart/2018/2/layout/IconVerticalSolidList"/>
    <dgm:cxn modelId="{18DEF81A-FFE2-4D91-B7AF-D9D2BD4C7CD2}" type="presParOf" srcId="{1CA361E5-9C75-43C1-AF47-F8542BC698C7}" destId="{875C9416-D24E-48D2-A661-1C938BCBC7ED}" srcOrd="0" destOrd="0" presId="urn:microsoft.com/office/officeart/2018/2/layout/IconVerticalSolidList"/>
    <dgm:cxn modelId="{CC3C90A3-14AD-42C3-ADFE-03B046BA87D2}" type="presParOf" srcId="{1CA361E5-9C75-43C1-AF47-F8542BC698C7}" destId="{9968DF71-C542-42C8-A23D-66D427914C0E}" srcOrd="1" destOrd="0" presId="urn:microsoft.com/office/officeart/2018/2/layout/IconVerticalSolidList"/>
    <dgm:cxn modelId="{585020EE-9654-44BA-B1BE-AC9A196A02A6}" type="presParOf" srcId="{1CA361E5-9C75-43C1-AF47-F8542BC698C7}" destId="{D622C42D-AE41-4700-8790-8D562363CB6A}" srcOrd="2" destOrd="0" presId="urn:microsoft.com/office/officeart/2018/2/layout/IconVerticalSolidList"/>
    <dgm:cxn modelId="{DBBD531E-7F82-4D21-BD9F-727A2107B54E}" type="presParOf" srcId="{1CA361E5-9C75-43C1-AF47-F8542BC698C7}" destId="{C4F0EED8-D4AE-443C-A911-9C84045212A6}" srcOrd="3" destOrd="0" presId="urn:microsoft.com/office/officeart/2018/2/layout/IconVerticalSolidList"/>
    <dgm:cxn modelId="{1DC0808C-5437-4A9A-B35B-6F5FC0A5D690}" type="presParOf" srcId="{58E01ED7-C6AA-46FF-8113-B73CAE0B2919}" destId="{7CBA5636-DC27-4DD9-8EE7-C526566F8C47}" srcOrd="1" destOrd="0" presId="urn:microsoft.com/office/officeart/2018/2/layout/IconVerticalSolidList"/>
    <dgm:cxn modelId="{B80C3DAB-43D9-4B45-845B-8D2D820466CE}" type="presParOf" srcId="{58E01ED7-C6AA-46FF-8113-B73CAE0B2919}" destId="{1BFA7742-49B7-483A-850C-A6FBC4829FB9}" srcOrd="2" destOrd="0" presId="urn:microsoft.com/office/officeart/2018/2/layout/IconVerticalSolidList"/>
    <dgm:cxn modelId="{8DB55842-D0A9-495D-A8C3-0FA0276FE0B2}" type="presParOf" srcId="{1BFA7742-49B7-483A-850C-A6FBC4829FB9}" destId="{0472ED79-3C41-44A1-A611-E6EF045ECBC5}" srcOrd="0" destOrd="0" presId="urn:microsoft.com/office/officeart/2018/2/layout/IconVerticalSolidList"/>
    <dgm:cxn modelId="{E6A1E269-A886-4CB1-A26F-432CF3A787A4}" type="presParOf" srcId="{1BFA7742-49B7-483A-850C-A6FBC4829FB9}" destId="{529AF0FD-5ADC-41A8-B6F9-5E901B07C275}" srcOrd="1" destOrd="0" presId="urn:microsoft.com/office/officeart/2018/2/layout/IconVerticalSolidList"/>
    <dgm:cxn modelId="{19CE4813-8BBC-4B43-9512-31F00CA6E773}" type="presParOf" srcId="{1BFA7742-49B7-483A-850C-A6FBC4829FB9}" destId="{019DD50D-F197-42BC-B238-0A8199865D9B}" srcOrd="2" destOrd="0" presId="urn:microsoft.com/office/officeart/2018/2/layout/IconVerticalSolidList"/>
    <dgm:cxn modelId="{BCEBA824-6B80-4FD9-A143-48CC1E9C35A4}" type="presParOf" srcId="{1BFA7742-49B7-483A-850C-A6FBC4829FB9}" destId="{E53060CC-8327-4004-A6A1-4D27C734B75C}" srcOrd="3" destOrd="0" presId="urn:microsoft.com/office/officeart/2018/2/layout/IconVerticalSolidList"/>
    <dgm:cxn modelId="{BAFB1E48-4CE9-4AFA-A404-0F2EB97A8111}" type="presParOf" srcId="{58E01ED7-C6AA-46FF-8113-B73CAE0B2919}" destId="{021AEB9B-D47E-4672-8C75-9776612D213F}" srcOrd="3" destOrd="0" presId="urn:microsoft.com/office/officeart/2018/2/layout/IconVerticalSolidList"/>
    <dgm:cxn modelId="{7E02E6BC-979F-4AEB-B335-315BC5ED3C4F}" type="presParOf" srcId="{58E01ED7-C6AA-46FF-8113-B73CAE0B2919}" destId="{66293649-1E3B-4ABC-B27E-6DF2CB03E812}" srcOrd="4" destOrd="0" presId="urn:microsoft.com/office/officeart/2018/2/layout/IconVerticalSolidList"/>
    <dgm:cxn modelId="{D020D91A-AE5C-49DB-AF88-639BFC49F1CD}" type="presParOf" srcId="{66293649-1E3B-4ABC-B27E-6DF2CB03E812}" destId="{5D466652-A668-4136-92E0-2BAA2CF3BAB7}" srcOrd="0" destOrd="0" presId="urn:microsoft.com/office/officeart/2018/2/layout/IconVerticalSolidList"/>
    <dgm:cxn modelId="{59C8D03F-A480-43BD-956E-CDD32724EE9D}" type="presParOf" srcId="{66293649-1E3B-4ABC-B27E-6DF2CB03E812}" destId="{6194EEC6-236F-45B7-940B-07E5F0664378}" srcOrd="1" destOrd="0" presId="urn:microsoft.com/office/officeart/2018/2/layout/IconVerticalSolidList"/>
    <dgm:cxn modelId="{ED3D937A-E7EF-417E-8DB3-46C8942F901F}" type="presParOf" srcId="{66293649-1E3B-4ABC-B27E-6DF2CB03E812}" destId="{A26BD576-71EF-4FE6-BB41-4E5EDA3C0B07}" srcOrd="2" destOrd="0" presId="urn:microsoft.com/office/officeart/2018/2/layout/IconVerticalSolidList"/>
    <dgm:cxn modelId="{CDE462EA-B755-489A-B5D1-2EC011A01B6D}" type="presParOf" srcId="{66293649-1E3B-4ABC-B27E-6DF2CB03E812}" destId="{44A31C34-3FD1-4246-A862-7FA4A1BB44C7}" srcOrd="3" destOrd="0" presId="urn:microsoft.com/office/officeart/2018/2/layout/IconVerticalSolidList"/>
    <dgm:cxn modelId="{17F91E0D-CB8C-42DE-B444-74FA861D2F84}" type="presParOf" srcId="{58E01ED7-C6AA-46FF-8113-B73CAE0B2919}" destId="{8FBE3421-DA14-4390-8934-135674F2AFDD}" srcOrd="5" destOrd="0" presId="urn:microsoft.com/office/officeart/2018/2/layout/IconVerticalSolidList"/>
    <dgm:cxn modelId="{9915FAFE-7EA4-48D8-B01D-000FEE2CFFAF}" type="presParOf" srcId="{58E01ED7-C6AA-46FF-8113-B73CAE0B2919}" destId="{8D36CEFC-7A27-4D72-A501-57F8A2463C17}" srcOrd="6" destOrd="0" presId="urn:microsoft.com/office/officeart/2018/2/layout/IconVerticalSolidList"/>
    <dgm:cxn modelId="{59B22B74-A4B3-4A0D-BB80-31BAEE304843}" type="presParOf" srcId="{8D36CEFC-7A27-4D72-A501-57F8A2463C17}" destId="{94748CC8-BD26-4732-9940-0483AD791127}" srcOrd="0" destOrd="0" presId="urn:microsoft.com/office/officeart/2018/2/layout/IconVerticalSolidList"/>
    <dgm:cxn modelId="{C00A7AFB-4876-4320-A157-965A5F91161F}" type="presParOf" srcId="{8D36CEFC-7A27-4D72-A501-57F8A2463C17}" destId="{9FEBD415-81A3-4B0B-B8FE-BE964633E8C7}" srcOrd="1" destOrd="0" presId="urn:microsoft.com/office/officeart/2018/2/layout/IconVerticalSolidList"/>
    <dgm:cxn modelId="{3DA61D74-AAAC-4835-B214-880D7D1713ED}" type="presParOf" srcId="{8D36CEFC-7A27-4D72-A501-57F8A2463C17}" destId="{E0CCDA37-B3F9-4875-B5DC-4F8A784BD534}" srcOrd="2" destOrd="0" presId="urn:microsoft.com/office/officeart/2018/2/layout/IconVerticalSolidList"/>
    <dgm:cxn modelId="{7F06479C-64A9-4DA9-8768-406474BC575F}" type="presParOf" srcId="{8D36CEFC-7A27-4D72-A501-57F8A2463C17}" destId="{C7B57ACE-6799-4F2A-97E1-D7BE9CC9CBAC}" srcOrd="3" destOrd="0" presId="urn:microsoft.com/office/officeart/2018/2/layout/IconVerticalSolidList"/>
    <dgm:cxn modelId="{A92A56CE-4359-43F6-BBD2-11FB23A69ECC}" type="presParOf" srcId="{58E01ED7-C6AA-46FF-8113-B73CAE0B2919}" destId="{9DF977D5-A430-4FE4-852F-AF6FE1256422}" srcOrd="7" destOrd="0" presId="urn:microsoft.com/office/officeart/2018/2/layout/IconVerticalSolidList"/>
    <dgm:cxn modelId="{97492E82-4A22-48D3-82AE-15C0AD5BC203}" type="presParOf" srcId="{58E01ED7-C6AA-46FF-8113-B73CAE0B2919}" destId="{E6A136A9-EB29-4B12-81D7-E5344A95FA33}" srcOrd="8" destOrd="0" presId="urn:microsoft.com/office/officeart/2018/2/layout/IconVerticalSolidList"/>
    <dgm:cxn modelId="{F87DCA41-36A6-4B52-B595-4CE7F184DE8A}" type="presParOf" srcId="{E6A136A9-EB29-4B12-81D7-E5344A95FA33}" destId="{94705E2A-9BD7-4CAC-83D8-BB0C4F814976}" srcOrd="0" destOrd="0" presId="urn:microsoft.com/office/officeart/2018/2/layout/IconVerticalSolidList"/>
    <dgm:cxn modelId="{6D0211BD-34F0-47A5-AE68-79B3AB3F2C6D}" type="presParOf" srcId="{E6A136A9-EB29-4B12-81D7-E5344A95FA33}" destId="{C5ABEFB2-8BD0-46F2-8DFC-69CC428F864C}" srcOrd="1" destOrd="0" presId="urn:microsoft.com/office/officeart/2018/2/layout/IconVerticalSolidList"/>
    <dgm:cxn modelId="{725AED12-7054-4BA1-AC0D-14B6EBCC4997}" type="presParOf" srcId="{E6A136A9-EB29-4B12-81D7-E5344A95FA33}" destId="{07F8224A-8B97-44EB-AF0B-3D3C5CA34FFF}" srcOrd="2" destOrd="0" presId="urn:microsoft.com/office/officeart/2018/2/layout/IconVerticalSolidList"/>
    <dgm:cxn modelId="{1F05182E-33F7-4C89-A443-C96E213E51E0}" type="presParOf" srcId="{E6A136A9-EB29-4B12-81D7-E5344A95FA33}" destId="{CEC032EE-57DE-4718-BAF9-44D2198F8366}" srcOrd="3" destOrd="0" presId="urn:microsoft.com/office/officeart/2018/2/layout/IconVerticalSolidList"/>
    <dgm:cxn modelId="{7FF3B04E-604B-491E-B941-2C3476575DF3}" type="presParOf" srcId="{58E01ED7-C6AA-46FF-8113-B73CAE0B2919}" destId="{36D68896-5027-4071-A677-A4ABBCFEFD10}" srcOrd="9" destOrd="0" presId="urn:microsoft.com/office/officeart/2018/2/layout/IconVerticalSolidList"/>
    <dgm:cxn modelId="{38A9EACC-3001-44E4-8A40-E16CBF8A528A}" type="presParOf" srcId="{58E01ED7-C6AA-46FF-8113-B73CAE0B2919}" destId="{0944234C-B345-4586-AE71-D8C0D20C9CEE}" srcOrd="10" destOrd="0" presId="urn:microsoft.com/office/officeart/2018/2/layout/IconVerticalSolidList"/>
    <dgm:cxn modelId="{B1220ED0-5FAF-44B5-A905-7F2728531F18}" type="presParOf" srcId="{0944234C-B345-4586-AE71-D8C0D20C9CEE}" destId="{8FFE6B76-50FC-4E15-86AC-16BFDF291733}" srcOrd="0" destOrd="0" presId="urn:microsoft.com/office/officeart/2018/2/layout/IconVerticalSolidList"/>
    <dgm:cxn modelId="{6D7B20DD-3A00-42AA-928D-D57ACF18901A}" type="presParOf" srcId="{0944234C-B345-4586-AE71-D8C0D20C9CEE}" destId="{8EB6C650-13F4-441D-91EE-55AFFF89256C}" srcOrd="1" destOrd="0" presId="urn:microsoft.com/office/officeart/2018/2/layout/IconVerticalSolidList"/>
    <dgm:cxn modelId="{347FCFC2-6BF1-4F39-882E-57D2ED7BDC09}" type="presParOf" srcId="{0944234C-B345-4586-AE71-D8C0D20C9CEE}" destId="{22A3C169-43D3-46AC-9E18-09935D2F75C4}" srcOrd="2" destOrd="0" presId="urn:microsoft.com/office/officeart/2018/2/layout/IconVerticalSolidList"/>
    <dgm:cxn modelId="{F3CFD675-BEEE-4E4F-82DC-49BCD4F31A6F}" type="presParOf" srcId="{0944234C-B345-4586-AE71-D8C0D20C9CEE}" destId="{E9E2550C-9DE0-43E0-AF4E-C261D941D7D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6C8240-B1E2-4615-8BA3-CBB176A210F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68DC282-D7C0-467F-B412-C96A465317F9}">
      <dgm:prSet/>
      <dgm:spPr/>
      <dgm:t>
        <a:bodyPr/>
        <a:lstStyle/>
        <a:p>
          <a:r>
            <a:rPr lang="en-US" dirty="0"/>
            <a:t>• Plataforma web responsiva.</a:t>
          </a:r>
        </a:p>
      </dgm:t>
    </dgm:pt>
    <dgm:pt modelId="{76E5F31B-F5D1-4CBE-BAE0-802DAA98C8C5}" type="parTrans" cxnId="{CFE144F9-1563-4525-B579-3986379E562C}">
      <dgm:prSet/>
      <dgm:spPr/>
      <dgm:t>
        <a:bodyPr/>
        <a:lstStyle/>
        <a:p>
          <a:endParaRPr lang="en-US"/>
        </a:p>
      </dgm:t>
    </dgm:pt>
    <dgm:pt modelId="{0E07ACEA-491A-495F-BFFF-BE3B0C648E75}" type="sibTrans" cxnId="{CFE144F9-1563-4525-B579-3986379E562C}">
      <dgm:prSet/>
      <dgm:spPr/>
      <dgm:t>
        <a:bodyPr/>
        <a:lstStyle/>
        <a:p>
          <a:endParaRPr lang="en-US"/>
        </a:p>
      </dgm:t>
    </dgm:pt>
    <dgm:pt modelId="{9482DA97-C793-4BAE-9FA0-B380D7046993}">
      <dgm:prSet/>
      <dgm:spPr/>
      <dgm:t>
        <a:bodyPr/>
        <a:lstStyle/>
        <a:p>
          <a:r>
            <a:rPr lang="en-US"/>
            <a:t>• Base de datos escalable.</a:t>
          </a:r>
        </a:p>
      </dgm:t>
    </dgm:pt>
    <dgm:pt modelId="{8511E624-2786-4D17-A78B-3BE767130309}" type="parTrans" cxnId="{E4491A60-B708-46CC-AB9C-98430169170B}">
      <dgm:prSet/>
      <dgm:spPr/>
      <dgm:t>
        <a:bodyPr/>
        <a:lstStyle/>
        <a:p>
          <a:endParaRPr lang="en-US"/>
        </a:p>
      </dgm:t>
    </dgm:pt>
    <dgm:pt modelId="{1E048D11-75FE-4789-ADAF-1624E5F10E52}" type="sibTrans" cxnId="{E4491A60-B708-46CC-AB9C-98430169170B}">
      <dgm:prSet/>
      <dgm:spPr/>
      <dgm:t>
        <a:bodyPr/>
        <a:lstStyle/>
        <a:p>
          <a:endParaRPr lang="en-US"/>
        </a:p>
      </dgm:t>
    </dgm:pt>
    <dgm:pt modelId="{1A7FB189-D38A-44B7-9207-EB38470D1FA9}">
      <dgm:prSet/>
      <dgm:spPr/>
      <dgm:t>
        <a:bodyPr/>
        <a:lstStyle/>
        <a:p>
          <a:r>
            <a:rPr lang="en-US"/>
            <a:t>• Integración con servicios de correo y notificaciones.</a:t>
          </a:r>
        </a:p>
      </dgm:t>
    </dgm:pt>
    <dgm:pt modelId="{FBBC0EC4-9548-4B4F-AE3F-6EE4488A84CD}" type="parTrans" cxnId="{C98B5505-714A-4E4E-8512-23D021EBB6E2}">
      <dgm:prSet/>
      <dgm:spPr/>
      <dgm:t>
        <a:bodyPr/>
        <a:lstStyle/>
        <a:p>
          <a:endParaRPr lang="en-US"/>
        </a:p>
      </dgm:t>
    </dgm:pt>
    <dgm:pt modelId="{F77C0DF9-2A50-4751-9FB2-AA61AFB92380}" type="sibTrans" cxnId="{C98B5505-714A-4E4E-8512-23D021EBB6E2}">
      <dgm:prSet/>
      <dgm:spPr/>
      <dgm:t>
        <a:bodyPr/>
        <a:lstStyle/>
        <a:p>
          <a:endParaRPr lang="en-US"/>
        </a:p>
      </dgm:t>
    </dgm:pt>
    <dgm:pt modelId="{471BE79F-237D-4862-9E06-535BC15C91A4}">
      <dgm:prSet/>
      <dgm:spPr/>
      <dgm:t>
        <a:bodyPr/>
        <a:lstStyle/>
        <a:p>
          <a:r>
            <a:rPr lang="en-US"/>
            <a:t>• Panel administrativo seguro.</a:t>
          </a:r>
        </a:p>
      </dgm:t>
    </dgm:pt>
    <dgm:pt modelId="{12694329-82B6-4D97-A3F2-F22B2A53553C}" type="parTrans" cxnId="{89D37870-CA7C-4B81-AA95-2923680A0075}">
      <dgm:prSet/>
      <dgm:spPr/>
      <dgm:t>
        <a:bodyPr/>
        <a:lstStyle/>
        <a:p>
          <a:endParaRPr lang="en-US"/>
        </a:p>
      </dgm:t>
    </dgm:pt>
    <dgm:pt modelId="{BBF971E7-DB2D-41DE-A5E6-633E980C6A50}" type="sibTrans" cxnId="{89D37870-CA7C-4B81-AA95-2923680A0075}">
      <dgm:prSet/>
      <dgm:spPr/>
      <dgm:t>
        <a:bodyPr/>
        <a:lstStyle/>
        <a:p>
          <a:endParaRPr lang="en-US"/>
        </a:p>
      </dgm:t>
    </dgm:pt>
    <dgm:pt modelId="{B30E346C-6316-4D76-B899-62DA6F1AADF6}">
      <dgm:prSet/>
      <dgm:spPr/>
      <dgm:t>
        <a:bodyPr/>
        <a:lstStyle/>
        <a:p>
          <a:r>
            <a:rPr lang="en-US"/>
            <a:t>• Arquitectura modular con backend robusto (Django o similar).</a:t>
          </a:r>
        </a:p>
      </dgm:t>
    </dgm:pt>
    <dgm:pt modelId="{1AFF434E-DE5D-4892-BEB3-249CC7AA142C}" type="parTrans" cxnId="{22067117-5008-4724-BAEF-498335C6E86D}">
      <dgm:prSet/>
      <dgm:spPr/>
      <dgm:t>
        <a:bodyPr/>
        <a:lstStyle/>
        <a:p>
          <a:endParaRPr lang="en-US"/>
        </a:p>
      </dgm:t>
    </dgm:pt>
    <dgm:pt modelId="{AE8AFD20-FC34-446B-809E-9D92D180986B}" type="sibTrans" cxnId="{22067117-5008-4724-BAEF-498335C6E86D}">
      <dgm:prSet/>
      <dgm:spPr/>
      <dgm:t>
        <a:bodyPr/>
        <a:lstStyle/>
        <a:p>
          <a:endParaRPr lang="en-US"/>
        </a:p>
      </dgm:t>
    </dgm:pt>
    <dgm:pt modelId="{5B2DE0EC-FC61-4BDC-A9E3-EFD7303D0B3F}" type="pres">
      <dgm:prSet presAssocID="{6B6C8240-B1E2-4615-8BA3-CBB176A210FE}" presName="root" presStyleCnt="0">
        <dgm:presLayoutVars>
          <dgm:dir/>
          <dgm:resizeHandles val="exact"/>
        </dgm:presLayoutVars>
      </dgm:prSet>
      <dgm:spPr/>
    </dgm:pt>
    <dgm:pt modelId="{4D19B732-6A49-4A4C-B22E-40470E39AE7C}" type="pres">
      <dgm:prSet presAssocID="{668DC282-D7C0-467F-B412-C96A465317F9}" presName="compNode" presStyleCnt="0"/>
      <dgm:spPr/>
    </dgm:pt>
    <dgm:pt modelId="{FCBF1498-6088-4183-BD1E-4C11AAFFB851}" type="pres">
      <dgm:prSet presAssocID="{668DC282-D7C0-467F-B412-C96A465317F9}" presName="bgRect" presStyleLbl="bgShp" presStyleIdx="0" presStyleCnt="5"/>
      <dgm:spPr/>
    </dgm:pt>
    <dgm:pt modelId="{B3F01F81-851D-49BD-A3B8-18F69C2A70A7}" type="pres">
      <dgm:prSet presAssocID="{668DC282-D7C0-467F-B412-C96A465317F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AEA30DF-C78B-4FD1-A7B9-BA62DEC7FC38}" type="pres">
      <dgm:prSet presAssocID="{668DC282-D7C0-467F-B412-C96A465317F9}" presName="spaceRect" presStyleCnt="0"/>
      <dgm:spPr/>
    </dgm:pt>
    <dgm:pt modelId="{19ACF267-E0E8-4CB0-B778-06739A594FDA}" type="pres">
      <dgm:prSet presAssocID="{668DC282-D7C0-467F-B412-C96A465317F9}" presName="parTx" presStyleLbl="revTx" presStyleIdx="0" presStyleCnt="5">
        <dgm:presLayoutVars>
          <dgm:chMax val="0"/>
          <dgm:chPref val="0"/>
        </dgm:presLayoutVars>
      </dgm:prSet>
      <dgm:spPr/>
    </dgm:pt>
    <dgm:pt modelId="{076F89D7-EE1D-4E30-AECE-5E1CEF41F1F0}" type="pres">
      <dgm:prSet presAssocID="{0E07ACEA-491A-495F-BFFF-BE3B0C648E75}" presName="sibTrans" presStyleCnt="0"/>
      <dgm:spPr/>
    </dgm:pt>
    <dgm:pt modelId="{FBAB4707-E594-45F0-8F45-8331AAB26E1F}" type="pres">
      <dgm:prSet presAssocID="{9482DA97-C793-4BAE-9FA0-B380D7046993}" presName="compNode" presStyleCnt="0"/>
      <dgm:spPr/>
    </dgm:pt>
    <dgm:pt modelId="{2D34DC4B-C2D6-4E40-8905-495109EFB01D}" type="pres">
      <dgm:prSet presAssocID="{9482DA97-C793-4BAE-9FA0-B380D7046993}" presName="bgRect" presStyleLbl="bgShp" presStyleIdx="1" presStyleCnt="5"/>
      <dgm:spPr/>
    </dgm:pt>
    <dgm:pt modelId="{4A783625-94D2-4170-A5DD-E4B06A40EAA8}" type="pres">
      <dgm:prSet presAssocID="{9482DA97-C793-4BAE-9FA0-B380D704699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4CB0B5A8-C1C7-43B7-8532-FE9D64F9EF5F}" type="pres">
      <dgm:prSet presAssocID="{9482DA97-C793-4BAE-9FA0-B380D7046993}" presName="spaceRect" presStyleCnt="0"/>
      <dgm:spPr/>
    </dgm:pt>
    <dgm:pt modelId="{1C574B44-48B5-4BB9-9754-A35A12AEEB08}" type="pres">
      <dgm:prSet presAssocID="{9482DA97-C793-4BAE-9FA0-B380D7046993}" presName="parTx" presStyleLbl="revTx" presStyleIdx="1" presStyleCnt="5">
        <dgm:presLayoutVars>
          <dgm:chMax val="0"/>
          <dgm:chPref val="0"/>
        </dgm:presLayoutVars>
      </dgm:prSet>
      <dgm:spPr/>
    </dgm:pt>
    <dgm:pt modelId="{DC27AAB9-6DD2-4C17-B9DC-9F989921F282}" type="pres">
      <dgm:prSet presAssocID="{1E048D11-75FE-4789-ADAF-1624E5F10E52}" presName="sibTrans" presStyleCnt="0"/>
      <dgm:spPr/>
    </dgm:pt>
    <dgm:pt modelId="{07F6D38B-7094-4AB1-A3DF-58CD850046D7}" type="pres">
      <dgm:prSet presAssocID="{1A7FB189-D38A-44B7-9207-EB38470D1FA9}" presName="compNode" presStyleCnt="0"/>
      <dgm:spPr/>
    </dgm:pt>
    <dgm:pt modelId="{B5DFC802-AAEF-4991-8A0F-7EF4AFFE5256}" type="pres">
      <dgm:prSet presAssocID="{1A7FB189-D38A-44B7-9207-EB38470D1FA9}" presName="bgRect" presStyleLbl="bgShp" presStyleIdx="2" presStyleCnt="5"/>
      <dgm:spPr/>
    </dgm:pt>
    <dgm:pt modelId="{E0C2E36D-645C-486A-9B6A-246D36CE4958}" type="pres">
      <dgm:prSet presAssocID="{1A7FB189-D38A-44B7-9207-EB38470D1FA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bre"/>
        </a:ext>
      </dgm:extLst>
    </dgm:pt>
    <dgm:pt modelId="{043DC4A5-414E-4893-B543-65A6FFE15B16}" type="pres">
      <dgm:prSet presAssocID="{1A7FB189-D38A-44B7-9207-EB38470D1FA9}" presName="spaceRect" presStyleCnt="0"/>
      <dgm:spPr/>
    </dgm:pt>
    <dgm:pt modelId="{295C7399-98DA-41DD-B4FA-DA6C94A81153}" type="pres">
      <dgm:prSet presAssocID="{1A7FB189-D38A-44B7-9207-EB38470D1FA9}" presName="parTx" presStyleLbl="revTx" presStyleIdx="2" presStyleCnt="5">
        <dgm:presLayoutVars>
          <dgm:chMax val="0"/>
          <dgm:chPref val="0"/>
        </dgm:presLayoutVars>
      </dgm:prSet>
      <dgm:spPr/>
    </dgm:pt>
    <dgm:pt modelId="{93470E0E-AD78-430D-99B6-6064DEDCF5A3}" type="pres">
      <dgm:prSet presAssocID="{F77C0DF9-2A50-4751-9FB2-AA61AFB92380}" presName="sibTrans" presStyleCnt="0"/>
      <dgm:spPr/>
    </dgm:pt>
    <dgm:pt modelId="{AC11CE24-9DBC-4345-9BA7-D9E79CD65C78}" type="pres">
      <dgm:prSet presAssocID="{471BE79F-237D-4862-9E06-535BC15C91A4}" presName="compNode" presStyleCnt="0"/>
      <dgm:spPr/>
    </dgm:pt>
    <dgm:pt modelId="{054290A7-B0D0-4FCE-8FCC-29C8AE89D239}" type="pres">
      <dgm:prSet presAssocID="{471BE79F-237D-4862-9E06-535BC15C91A4}" presName="bgRect" presStyleLbl="bgShp" presStyleIdx="3" presStyleCnt="5"/>
      <dgm:spPr/>
    </dgm:pt>
    <dgm:pt modelId="{7CECE15A-0083-486B-9397-B1145BB94CF1}" type="pres">
      <dgm:prSet presAssocID="{471BE79F-237D-4862-9E06-535BC15C91A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dicador"/>
        </a:ext>
      </dgm:extLst>
    </dgm:pt>
    <dgm:pt modelId="{36FAAEFD-CA21-4A1A-B13E-A89674E71785}" type="pres">
      <dgm:prSet presAssocID="{471BE79F-237D-4862-9E06-535BC15C91A4}" presName="spaceRect" presStyleCnt="0"/>
      <dgm:spPr/>
    </dgm:pt>
    <dgm:pt modelId="{9662A696-F665-4176-955B-DDDEA5155A02}" type="pres">
      <dgm:prSet presAssocID="{471BE79F-237D-4862-9E06-535BC15C91A4}" presName="parTx" presStyleLbl="revTx" presStyleIdx="3" presStyleCnt="5">
        <dgm:presLayoutVars>
          <dgm:chMax val="0"/>
          <dgm:chPref val="0"/>
        </dgm:presLayoutVars>
      </dgm:prSet>
      <dgm:spPr/>
    </dgm:pt>
    <dgm:pt modelId="{0F62D611-510D-493C-A839-5E2F0524DED1}" type="pres">
      <dgm:prSet presAssocID="{BBF971E7-DB2D-41DE-A5E6-633E980C6A50}" presName="sibTrans" presStyleCnt="0"/>
      <dgm:spPr/>
    </dgm:pt>
    <dgm:pt modelId="{835448E1-D678-472C-8510-9D29CED22357}" type="pres">
      <dgm:prSet presAssocID="{B30E346C-6316-4D76-B899-62DA6F1AADF6}" presName="compNode" presStyleCnt="0"/>
      <dgm:spPr/>
    </dgm:pt>
    <dgm:pt modelId="{B1F3C5EF-0DF3-4094-83C1-A11EF76AA2DA}" type="pres">
      <dgm:prSet presAssocID="{B30E346C-6316-4D76-B899-62DA6F1AADF6}" presName="bgRect" presStyleLbl="bgShp" presStyleIdx="4" presStyleCnt="5"/>
      <dgm:spPr/>
    </dgm:pt>
    <dgm:pt modelId="{22590925-90A1-4BF6-8035-1A0F64C638FE}" type="pres">
      <dgm:prSet presAssocID="{B30E346C-6316-4D76-B899-62DA6F1AADF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87F2E9A1-46A0-4D7C-A414-636FD36E24E8}" type="pres">
      <dgm:prSet presAssocID="{B30E346C-6316-4D76-B899-62DA6F1AADF6}" presName="spaceRect" presStyleCnt="0"/>
      <dgm:spPr/>
    </dgm:pt>
    <dgm:pt modelId="{95495BD9-7EC8-48A1-ADED-3FA09CDC5F6F}" type="pres">
      <dgm:prSet presAssocID="{B30E346C-6316-4D76-B899-62DA6F1AADF6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98B5505-714A-4E4E-8512-23D021EBB6E2}" srcId="{6B6C8240-B1E2-4615-8BA3-CBB176A210FE}" destId="{1A7FB189-D38A-44B7-9207-EB38470D1FA9}" srcOrd="2" destOrd="0" parTransId="{FBBC0EC4-9548-4B4F-AE3F-6EE4488A84CD}" sibTransId="{F77C0DF9-2A50-4751-9FB2-AA61AFB92380}"/>
    <dgm:cxn modelId="{22067117-5008-4724-BAEF-498335C6E86D}" srcId="{6B6C8240-B1E2-4615-8BA3-CBB176A210FE}" destId="{B30E346C-6316-4D76-B899-62DA6F1AADF6}" srcOrd="4" destOrd="0" parTransId="{1AFF434E-DE5D-4892-BEB3-249CC7AA142C}" sibTransId="{AE8AFD20-FC34-446B-809E-9D92D180986B}"/>
    <dgm:cxn modelId="{E4491A60-B708-46CC-AB9C-98430169170B}" srcId="{6B6C8240-B1E2-4615-8BA3-CBB176A210FE}" destId="{9482DA97-C793-4BAE-9FA0-B380D7046993}" srcOrd="1" destOrd="0" parTransId="{8511E624-2786-4D17-A78B-3BE767130309}" sibTransId="{1E048D11-75FE-4789-ADAF-1624E5F10E52}"/>
    <dgm:cxn modelId="{89D37870-CA7C-4B81-AA95-2923680A0075}" srcId="{6B6C8240-B1E2-4615-8BA3-CBB176A210FE}" destId="{471BE79F-237D-4862-9E06-535BC15C91A4}" srcOrd="3" destOrd="0" parTransId="{12694329-82B6-4D97-A3F2-F22B2A53553C}" sibTransId="{BBF971E7-DB2D-41DE-A5E6-633E980C6A50}"/>
    <dgm:cxn modelId="{8EBD3998-D3BB-4853-ADD5-E1E8DA0471C9}" type="presOf" srcId="{668DC282-D7C0-467F-B412-C96A465317F9}" destId="{19ACF267-E0E8-4CB0-B778-06739A594FDA}" srcOrd="0" destOrd="0" presId="urn:microsoft.com/office/officeart/2018/2/layout/IconVerticalSolidList"/>
    <dgm:cxn modelId="{A497DDA9-F746-400C-BFE7-7D88E9AB9049}" type="presOf" srcId="{6B6C8240-B1E2-4615-8BA3-CBB176A210FE}" destId="{5B2DE0EC-FC61-4BDC-A9E3-EFD7303D0B3F}" srcOrd="0" destOrd="0" presId="urn:microsoft.com/office/officeart/2018/2/layout/IconVerticalSolidList"/>
    <dgm:cxn modelId="{8E7F37C7-0489-463E-B3FC-7BDAEBEA8421}" type="presOf" srcId="{471BE79F-237D-4862-9E06-535BC15C91A4}" destId="{9662A696-F665-4176-955B-DDDEA5155A02}" srcOrd="0" destOrd="0" presId="urn:microsoft.com/office/officeart/2018/2/layout/IconVerticalSolidList"/>
    <dgm:cxn modelId="{BA85ABF2-1712-42C2-8038-6C22B4AD9EA6}" type="presOf" srcId="{9482DA97-C793-4BAE-9FA0-B380D7046993}" destId="{1C574B44-48B5-4BB9-9754-A35A12AEEB08}" srcOrd="0" destOrd="0" presId="urn:microsoft.com/office/officeart/2018/2/layout/IconVerticalSolidList"/>
    <dgm:cxn modelId="{B74CD9F3-2226-440E-8CD6-D52F1A3B9A76}" type="presOf" srcId="{1A7FB189-D38A-44B7-9207-EB38470D1FA9}" destId="{295C7399-98DA-41DD-B4FA-DA6C94A81153}" srcOrd="0" destOrd="0" presId="urn:microsoft.com/office/officeart/2018/2/layout/IconVerticalSolidList"/>
    <dgm:cxn modelId="{CFE144F9-1563-4525-B579-3986379E562C}" srcId="{6B6C8240-B1E2-4615-8BA3-CBB176A210FE}" destId="{668DC282-D7C0-467F-B412-C96A465317F9}" srcOrd="0" destOrd="0" parTransId="{76E5F31B-F5D1-4CBE-BAE0-802DAA98C8C5}" sibTransId="{0E07ACEA-491A-495F-BFFF-BE3B0C648E75}"/>
    <dgm:cxn modelId="{4A8E91FF-B535-4D28-A8AF-999C282D9CDA}" type="presOf" srcId="{B30E346C-6316-4D76-B899-62DA6F1AADF6}" destId="{95495BD9-7EC8-48A1-ADED-3FA09CDC5F6F}" srcOrd="0" destOrd="0" presId="urn:microsoft.com/office/officeart/2018/2/layout/IconVerticalSolidList"/>
    <dgm:cxn modelId="{FA3B820B-91D7-4F6A-919D-603DA82F92ED}" type="presParOf" srcId="{5B2DE0EC-FC61-4BDC-A9E3-EFD7303D0B3F}" destId="{4D19B732-6A49-4A4C-B22E-40470E39AE7C}" srcOrd="0" destOrd="0" presId="urn:microsoft.com/office/officeart/2018/2/layout/IconVerticalSolidList"/>
    <dgm:cxn modelId="{C22EBD7F-EFB2-4EF2-98C2-B373D0CD6713}" type="presParOf" srcId="{4D19B732-6A49-4A4C-B22E-40470E39AE7C}" destId="{FCBF1498-6088-4183-BD1E-4C11AAFFB851}" srcOrd="0" destOrd="0" presId="urn:microsoft.com/office/officeart/2018/2/layout/IconVerticalSolidList"/>
    <dgm:cxn modelId="{6995617D-2232-4A31-8FE9-DE0BA98710CF}" type="presParOf" srcId="{4D19B732-6A49-4A4C-B22E-40470E39AE7C}" destId="{B3F01F81-851D-49BD-A3B8-18F69C2A70A7}" srcOrd="1" destOrd="0" presId="urn:microsoft.com/office/officeart/2018/2/layout/IconVerticalSolidList"/>
    <dgm:cxn modelId="{6180AE67-B2F9-48FF-9181-79EC0FF9AE64}" type="presParOf" srcId="{4D19B732-6A49-4A4C-B22E-40470E39AE7C}" destId="{AAEA30DF-C78B-4FD1-A7B9-BA62DEC7FC38}" srcOrd="2" destOrd="0" presId="urn:microsoft.com/office/officeart/2018/2/layout/IconVerticalSolidList"/>
    <dgm:cxn modelId="{D652CF13-DDFB-4077-9E32-34FBFCA00F0C}" type="presParOf" srcId="{4D19B732-6A49-4A4C-B22E-40470E39AE7C}" destId="{19ACF267-E0E8-4CB0-B778-06739A594FDA}" srcOrd="3" destOrd="0" presId="urn:microsoft.com/office/officeart/2018/2/layout/IconVerticalSolidList"/>
    <dgm:cxn modelId="{B65BE7A8-BA73-4161-874D-F727A65CE41E}" type="presParOf" srcId="{5B2DE0EC-FC61-4BDC-A9E3-EFD7303D0B3F}" destId="{076F89D7-EE1D-4E30-AECE-5E1CEF41F1F0}" srcOrd="1" destOrd="0" presId="urn:microsoft.com/office/officeart/2018/2/layout/IconVerticalSolidList"/>
    <dgm:cxn modelId="{DF39B69E-43CD-4486-B1CA-755CA0686317}" type="presParOf" srcId="{5B2DE0EC-FC61-4BDC-A9E3-EFD7303D0B3F}" destId="{FBAB4707-E594-45F0-8F45-8331AAB26E1F}" srcOrd="2" destOrd="0" presId="urn:microsoft.com/office/officeart/2018/2/layout/IconVerticalSolidList"/>
    <dgm:cxn modelId="{30370B2B-001D-4D07-B7C5-300C7709B3BE}" type="presParOf" srcId="{FBAB4707-E594-45F0-8F45-8331AAB26E1F}" destId="{2D34DC4B-C2D6-4E40-8905-495109EFB01D}" srcOrd="0" destOrd="0" presId="urn:microsoft.com/office/officeart/2018/2/layout/IconVerticalSolidList"/>
    <dgm:cxn modelId="{110E5186-C7BB-43DE-907B-0967FF31831A}" type="presParOf" srcId="{FBAB4707-E594-45F0-8F45-8331AAB26E1F}" destId="{4A783625-94D2-4170-A5DD-E4B06A40EAA8}" srcOrd="1" destOrd="0" presId="urn:microsoft.com/office/officeart/2018/2/layout/IconVerticalSolidList"/>
    <dgm:cxn modelId="{29864559-600B-4235-86B5-978A42B6B8E6}" type="presParOf" srcId="{FBAB4707-E594-45F0-8F45-8331AAB26E1F}" destId="{4CB0B5A8-C1C7-43B7-8532-FE9D64F9EF5F}" srcOrd="2" destOrd="0" presId="urn:microsoft.com/office/officeart/2018/2/layout/IconVerticalSolidList"/>
    <dgm:cxn modelId="{80677728-8811-4A2E-A7C6-E4809266A0A4}" type="presParOf" srcId="{FBAB4707-E594-45F0-8F45-8331AAB26E1F}" destId="{1C574B44-48B5-4BB9-9754-A35A12AEEB08}" srcOrd="3" destOrd="0" presId="urn:microsoft.com/office/officeart/2018/2/layout/IconVerticalSolidList"/>
    <dgm:cxn modelId="{E332318B-8C58-4509-AE31-F3F68EBBACC6}" type="presParOf" srcId="{5B2DE0EC-FC61-4BDC-A9E3-EFD7303D0B3F}" destId="{DC27AAB9-6DD2-4C17-B9DC-9F989921F282}" srcOrd="3" destOrd="0" presId="urn:microsoft.com/office/officeart/2018/2/layout/IconVerticalSolidList"/>
    <dgm:cxn modelId="{AD085225-9777-4ACD-803D-0A34A7ABFED6}" type="presParOf" srcId="{5B2DE0EC-FC61-4BDC-A9E3-EFD7303D0B3F}" destId="{07F6D38B-7094-4AB1-A3DF-58CD850046D7}" srcOrd="4" destOrd="0" presId="urn:microsoft.com/office/officeart/2018/2/layout/IconVerticalSolidList"/>
    <dgm:cxn modelId="{7D912EB3-756C-408E-B9E0-A868D21C3F5B}" type="presParOf" srcId="{07F6D38B-7094-4AB1-A3DF-58CD850046D7}" destId="{B5DFC802-AAEF-4991-8A0F-7EF4AFFE5256}" srcOrd="0" destOrd="0" presId="urn:microsoft.com/office/officeart/2018/2/layout/IconVerticalSolidList"/>
    <dgm:cxn modelId="{A11C4618-0E2C-4336-B92A-7BCE8912FD7C}" type="presParOf" srcId="{07F6D38B-7094-4AB1-A3DF-58CD850046D7}" destId="{E0C2E36D-645C-486A-9B6A-246D36CE4958}" srcOrd="1" destOrd="0" presId="urn:microsoft.com/office/officeart/2018/2/layout/IconVerticalSolidList"/>
    <dgm:cxn modelId="{44097E57-BEFE-4C58-9BD7-DB40A7FE31B7}" type="presParOf" srcId="{07F6D38B-7094-4AB1-A3DF-58CD850046D7}" destId="{043DC4A5-414E-4893-B543-65A6FFE15B16}" srcOrd="2" destOrd="0" presId="urn:microsoft.com/office/officeart/2018/2/layout/IconVerticalSolidList"/>
    <dgm:cxn modelId="{76EAB8EB-7087-4053-90C2-E9D0A9F53DEF}" type="presParOf" srcId="{07F6D38B-7094-4AB1-A3DF-58CD850046D7}" destId="{295C7399-98DA-41DD-B4FA-DA6C94A81153}" srcOrd="3" destOrd="0" presId="urn:microsoft.com/office/officeart/2018/2/layout/IconVerticalSolidList"/>
    <dgm:cxn modelId="{598A6596-31C1-418D-8BB6-9CCF218E9B9F}" type="presParOf" srcId="{5B2DE0EC-FC61-4BDC-A9E3-EFD7303D0B3F}" destId="{93470E0E-AD78-430D-99B6-6064DEDCF5A3}" srcOrd="5" destOrd="0" presId="urn:microsoft.com/office/officeart/2018/2/layout/IconVerticalSolidList"/>
    <dgm:cxn modelId="{7746CE36-F8FE-4753-A2AE-AA83628DFDB6}" type="presParOf" srcId="{5B2DE0EC-FC61-4BDC-A9E3-EFD7303D0B3F}" destId="{AC11CE24-9DBC-4345-9BA7-D9E79CD65C78}" srcOrd="6" destOrd="0" presId="urn:microsoft.com/office/officeart/2018/2/layout/IconVerticalSolidList"/>
    <dgm:cxn modelId="{21C1A00C-81A4-4D28-9128-E386DD7A1D3E}" type="presParOf" srcId="{AC11CE24-9DBC-4345-9BA7-D9E79CD65C78}" destId="{054290A7-B0D0-4FCE-8FCC-29C8AE89D239}" srcOrd="0" destOrd="0" presId="urn:microsoft.com/office/officeart/2018/2/layout/IconVerticalSolidList"/>
    <dgm:cxn modelId="{27EFA380-4CDA-467F-82D1-D92CBA2D5866}" type="presParOf" srcId="{AC11CE24-9DBC-4345-9BA7-D9E79CD65C78}" destId="{7CECE15A-0083-486B-9397-B1145BB94CF1}" srcOrd="1" destOrd="0" presId="urn:microsoft.com/office/officeart/2018/2/layout/IconVerticalSolidList"/>
    <dgm:cxn modelId="{3519B9C0-37A0-4530-A43D-3707CC4FC586}" type="presParOf" srcId="{AC11CE24-9DBC-4345-9BA7-D9E79CD65C78}" destId="{36FAAEFD-CA21-4A1A-B13E-A89674E71785}" srcOrd="2" destOrd="0" presId="urn:microsoft.com/office/officeart/2018/2/layout/IconVerticalSolidList"/>
    <dgm:cxn modelId="{65D85DF2-38AB-4CE6-90C0-FBE0521170D4}" type="presParOf" srcId="{AC11CE24-9DBC-4345-9BA7-D9E79CD65C78}" destId="{9662A696-F665-4176-955B-DDDEA5155A02}" srcOrd="3" destOrd="0" presId="urn:microsoft.com/office/officeart/2018/2/layout/IconVerticalSolidList"/>
    <dgm:cxn modelId="{F82064E8-2B2A-4B07-8270-69AF39FF70FF}" type="presParOf" srcId="{5B2DE0EC-FC61-4BDC-A9E3-EFD7303D0B3F}" destId="{0F62D611-510D-493C-A839-5E2F0524DED1}" srcOrd="7" destOrd="0" presId="urn:microsoft.com/office/officeart/2018/2/layout/IconVerticalSolidList"/>
    <dgm:cxn modelId="{A00D2CEF-96A4-436B-A8A1-37C06D576D48}" type="presParOf" srcId="{5B2DE0EC-FC61-4BDC-A9E3-EFD7303D0B3F}" destId="{835448E1-D678-472C-8510-9D29CED22357}" srcOrd="8" destOrd="0" presId="urn:microsoft.com/office/officeart/2018/2/layout/IconVerticalSolidList"/>
    <dgm:cxn modelId="{217B7A97-D1C6-48AE-88E5-065B947B3F64}" type="presParOf" srcId="{835448E1-D678-472C-8510-9D29CED22357}" destId="{B1F3C5EF-0DF3-4094-83C1-A11EF76AA2DA}" srcOrd="0" destOrd="0" presId="urn:microsoft.com/office/officeart/2018/2/layout/IconVerticalSolidList"/>
    <dgm:cxn modelId="{483E97A9-3276-410D-AD45-9CDC11CA5C11}" type="presParOf" srcId="{835448E1-D678-472C-8510-9D29CED22357}" destId="{22590925-90A1-4BF6-8035-1A0F64C638FE}" srcOrd="1" destOrd="0" presId="urn:microsoft.com/office/officeart/2018/2/layout/IconVerticalSolidList"/>
    <dgm:cxn modelId="{D868CEBD-7FEB-4599-A5B6-8A55FD19113F}" type="presParOf" srcId="{835448E1-D678-472C-8510-9D29CED22357}" destId="{87F2E9A1-46A0-4D7C-A414-636FD36E24E8}" srcOrd="2" destOrd="0" presId="urn:microsoft.com/office/officeart/2018/2/layout/IconVerticalSolidList"/>
    <dgm:cxn modelId="{89DAADEF-597A-414A-A2E3-1F0622E50B0D}" type="presParOf" srcId="{835448E1-D678-472C-8510-9D29CED22357}" destId="{95495BD9-7EC8-48A1-ADED-3FA09CDC5F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CF54826-86A8-432E-87BA-41E384D0060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343D8D2-12B5-4725-AFC7-CBF51511DA56}">
      <dgm:prSet/>
      <dgm:spPr/>
      <dgm:t>
        <a:bodyPr/>
        <a:lstStyle/>
        <a:p>
          <a:r>
            <a:rPr lang="en-US" dirty="0"/>
            <a:t>Desarrollo de un sistema digital denominado BarrioLink, que contempla:</a:t>
          </a:r>
        </a:p>
      </dgm:t>
    </dgm:pt>
    <dgm:pt modelId="{ECD3FEB2-E1E7-4F45-B17E-A7064E318B43}" type="parTrans" cxnId="{CD8D4577-F3E8-45DE-8F4B-502719B3D429}">
      <dgm:prSet/>
      <dgm:spPr/>
      <dgm:t>
        <a:bodyPr/>
        <a:lstStyle/>
        <a:p>
          <a:endParaRPr lang="en-US"/>
        </a:p>
      </dgm:t>
    </dgm:pt>
    <dgm:pt modelId="{9A45B5DE-5718-4B2B-876B-38868032EA2F}" type="sibTrans" cxnId="{CD8D4577-F3E8-45DE-8F4B-502719B3D429}">
      <dgm:prSet/>
      <dgm:spPr/>
      <dgm:t>
        <a:bodyPr/>
        <a:lstStyle/>
        <a:p>
          <a:endParaRPr lang="en-US"/>
        </a:p>
      </dgm:t>
    </dgm:pt>
    <dgm:pt modelId="{5FE77BBC-0B56-4BB3-9FCF-412FCC67975E}">
      <dgm:prSet/>
      <dgm:spPr/>
      <dgm:t>
        <a:bodyPr/>
        <a:lstStyle/>
        <a:p>
          <a:r>
            <a:rPr lang="en-US"/>
            <a:t>• Portal para vecinos.</a:t>
          </a:r>
        </a:p>
      </dgm:t>
    </dgm:pt>
    <dgm:pt modelId="{1033BC29-E8CC-4BB1-8950-098AF7CC065F}" type="parTrans" cxnId="{2F11B4A7-EC79-4CC8-B7F2-746CDD91618C}">
      <dgm:prSet/>
      <dgm:spPr/>
      <dgm:t>
        <a:bodyPr/>
        <a:lstStyle/>
        <a:p>
          <a:endParaRPr lang="en-US"/>
        </a:p>
      </dgm:t>
    </dgm:pt>
    <dgm:pt modelId="{390A73F6-9A6D-4D2D-991B-75C1514D1180}" type="sibTrans" cxnId="{2F11B4A7-EC79-4CC8-B7F2-746CDD91618C}">
      <dgm:prSet/>
      <dgm:spPr/>
      <dgm:t>
        <a:bodyPr/>
        <a:lstStyle/>
        <a:p>
          <a:endParaRPr lang="en-US"/>
        </a:p>
      </dgm:t>
    </dgm:pt>
    <dgm:pt modelId="{FB7EE335-927F-4D2C-BCAB-8E64EE88AA39}">
      <dgm:prSet/>
      <dgm:spPr/>
      <dgm:t>
        <a:bodyPr/>
        <a:lstStyle/>
        <a:p>
          <a:r>
            <a:rPr lang="en-US"/>
            <a:t>• Panel administrativo para directorio.</a:t>
          </a:r>
        </a:p>
      </dgm:t>
    </dgm:pt>
    <dgm:pt modelId="{9E3EF406-53E7-4D50-8F78-4320B0496068}" type="parTrans" cxnId="{C2909A0E-8034-4E35-B9EC-7A7FB263ADFC}">
      <dgm:prSet/>
      <dgm:spPr/>
      <dgm:t>
        <a:bodyPr/>
        <a:lstStyle/>
        <a:p>
          <a:endParaRPr lang="en-US"/>
        </a:p>
      </dgm:t>
    </dgm:pt>
    <dgm:pt modelId="{808CDB8C-5DB5-48A6-84D9-329B17E9385E}" type="sibTrans" cxnId="{C2909A0E-8034-4E35-B9EC-7A7FB263ADFC}">
      <dgm:prSet/>
      <dgm:spPr/>
      <dgm:t>
        <a:bodyPr/>
        <a:lstStyle/>
        <a:p>
          <a:endParaRPr lang="en-US"/>
        </a:p>
      </dgm:t>
    </dgm:pt>
    <dgm:pt modelId="{42728206-526D-43EA-84FE-A4EA56E7A077}">
      <dgm:prSet/>
      <dgm:spPr/>
      <dgm:t>
        <a:bodyPr/>
        <a:lstStyle/>
        <a:p>
          <a:r>
            <a:rPr lang="en-US"/>
            <a:t>• Notificaciones por correo, afiche digital o WhatsApp.</a:t>
          </a:r>
        </a:p>
      </dgm:t>
    </dgm:pt>
    <dgm:pt modelId="{C1A35C5C-7DE8-4D49-A0A8-5A4F4BD07930}" type="parTrans" cxnId="{E78FB437-B9AA-447D-896D-C4FC98FB9C6A}">
      <dgm:prSet/>
      <dgm:spPr/>
      <dgm:t>
        <a:bodyPr/>
        <a:lstStyle/>
        <a:p>
          <a:endParaRPr lang="en-US"/>
        </a:p>
      </dgm:t>
    </dgm:pt>
    <dgm:pt modelId="{FE8550C1-CD92-4C88-B6F9-AECC6B665475}" type="sibTrans" cxnId="{E78FB437-B9AA-447D-896D-C4FC98FB9C6A}">
      <dgm:prSet/>
      <dgm:spPr/>
      <dgm:t>
        <a:bodyPr/>
        <a:lstStyle/>
        <a:p>
          <a:endParaRPr lang="en-US"/>
        </a:p>
      </dgm:t>
    </dgm:pt>
    <dgm:pt modelId="{801C5ED3-AF98-42FD-A528-AB0BAA2364AA}">
      <dgm:prSet/>
      <dgm:spPr/>
      <dgm:t>
        <a:bodyPr/>
        <a:lstStyle/>
        <a:p>
          <a:r>
            <a:rPr lang="en-US" dirty="0"/>
            <a:t>• Gestión de actividades, solicitudes y documentación.</a:t>
          </a:r>
        </a:p>
      </dgm:t>
    </dgm:pt>
    <dgm:pt modelId="{00F7ED4E-7F9A-49CE-BBE0-D9E3516879D7}" type="parTrans" cxnId="{B540BC1D-6CE5-47A4-9BFA-1DCEAF8C8529}">
      <dgm:prSet/>
      <dgm:spPr/>
      <dgm:t>
        <a:bodyPr/>
        <a:lstStyle/>
        <a:p>
          <a:endParaRPr lang="en-US"/>
        </a:p>
      </dgm:t>
    </dgm:pt>
    <dgm:pt modelId="{8EC8FD82-4777-4071-B92F-735D12E2EEF7}" type="sibTrans" cxnId="{B540BC1D-6CE5-47A4-9BFA-1DCEAF8C8529}">
      <dgm:prSet/>
      <dgm:spPr/>
      <dgm:t>
        <a:bodyPr/>
        <a:lstStyle/>
        <a:p>
          <a:endParaRPr lang="en-US"/>
        </a:p>
      </dgm:t>
    </dgm:pt>
    <dgm:pt modelId="{638723CE-CD8A-4C68-8814-65C1719C81A8}">
      <dgm:prSet/>
      <dgm:spPr/>
      <dgm:t>
        <a:bodyPr/>
        <a:lstStyle/>
        <a:p>
          <a:r>
            <a:rPr lang="en-US"/>
            <a:t>• Arquitectura escalable basada en servicios web.</a:t>
          </a:r>
        </a:p>
      </dgm:t>
    </dgm:pt>
    <dgm:pt modelId="{50E4EB64-1072-49C2-9A5E-9579246BDE87}" type="parTrans" cxnId="{7F846D6E-C6AA-4024-8225-8AC4BA99F761}">
      <dgm:prSet/>
      <dgm:spPr/>
      <dgm:t>
        <a:bodyPr/>
        <a:lstStyle/>
        <a:p>
          <a:endParaRPr lang="en-US"/>
        </a:p>
      </dgm:t>
    </dgm:pt>
    <dgm:pt modelId="{F189FD92-85A1-4E70-9AA4-F9CFB8992935}" type="sibTrans" cxnId="{7F846D6E-C6AA-4024-8225-8AC4BA99F761}">
      <dgm:prSet/>
      <dgm:spPr/>
      <dgm:t>
        <a:bodyPr/>
        <a:lstStyle/>
        <a:p>
          <a:endParaRPr lang="en-US"/>
        </a:p>
      </dgm:t>
    </dgm:pt>
    <dgm:pt modelId="{283A1C57-AED4-46C6-BF5D-B3782037A81C}" type="pres">
      <dgm:prSet presAssocID="{FCF54826-86A8-432E-87BA-41E384D0060B}" presName="root" presStyleCnt="0">
        <dgm:presLayoutVars>
          <dgm:dir/>
          <dgm:resizeHandles val="exact"/>
        </dgm:presLayoutVars>
      </dgm:prSet>
      <dgm:spPr/>
    </dgm:pt>
    <dgm:pt modelId="{2852FECE-5840-4A72-9EFD-E3C296E26FAD}" type="pres">
      <dgm:prSet presAssocID="{3343D8D2-12B5-4725-AFC7-CBF51511DA56}" presName="compNode" presStyleCnt="0"/>
      <dgm:spPr/>
    </dgm:pt>
    <dgm:pt modelId="{B351181A-BDE7-4316-B132-C4F8DAA6C2B6}" type="pres">
      <dgm:prSet presAssocID="{3343D8D2-12B5-4725-AFC7-CBF51511DA56}" presName="bgRect" presStyleLbl="bgShp" presStyleIdx="0" presStyleCnt="6"/>
      <dgm:spPr/>
    </dgm:pt>
    <dgm:pt modelId="{04E3119C-4E52-4834-A38C-9DAB11337A18}" type="pres">
      <dgm:prSet presAssocID="{3343D8D2-12B5-4725-AFC7-CBF51511DA56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98E6B77-99F7-48F9-88C5-6DDC6B7E5D68}" type="pres">
      <dgm:prSet presAssocID="{3343D8D2-12B5-4725-AFC7-CBF51511DA56}" presName="spaceRect" presStyleCnt="0"/>
      <dgm:spPr/>
    </dgm:pt>
    <dgm:pt modelId="{607F8BF9-01C2-48CE-A5B5-C8B29AF702D9}" type="pres">
      <dgm:prSet presAssocID="{3343D8D2-12B5-4725-AFC7-CBF51511DA56}" presName="parTx" presStyleLbl="revTx" presStyleIdx="0" presStyleCnt="6">
        <dgm:presLayoutVars>
          <dgm:chMax val="0"/>
          <dgm:chPref val="0"/>
        </dgm:presLayoutVars>
      </dgm:prSet>
      <dgm:spPr/>
    </dgm:pt>
    <dgm:pt modelId="{54EE42A5-77AA-4DCB-9030-47A5AE16416C}" type="pres">
      <dgm:prSet presAssocID="{9A45B5DE-5718-4B2B-876B-38868032EA2F}" presName="sibTrans" presStyleCnt="0"/>
      <dgm:spPr/>
    </dgm:pt>
    <dgm:pt modelId="{C534BFCB-0E1E-4A87-9820-FDF6428ADDBC}" type="pres">
      <dgm:prSet presAssocID="{5FE77BBC-0B56-4BB3-9FCF-412FCC67975E}" presName="compNode" presStyleCnt="0"/>
      <dgm:spPr/>
    </dgm:pt>
    <dgm:pt modelId="{8E55F8B7-10AD-4380-88A2-711263617D6A}" type="pres">
      <dgm:prSet presAssocID="{5FE77BBC-0B56-4BB3-9FCF-412FCC67975E}" presName="bgRect" presStyleLbl="bgShp" presStyleIdx="1" presStyleCnt="6"/>
      <dgm:spPr/>
    </dgm:pt>
    <dgm:pt modelId="{DAC27C5D-C0C7-4123-AD54-E4ED6F006503}" type="pres">
      <dgm:prSet presAssocID="{5FE77BBC-0B56-4BB3-9FCF-412FCC67975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4C216062-6B79-4BF8-B7B0-00064E7B0E3B}" type="pres">
      <dgm:prSet presAssocID="{5FE77BBC-0B56-4BB3-9FCF-412FCC67975E}" presName="spaceRect" presStyleCnt="0"/>
      <dgm:spPr/>
    </dgm:pt>
    <dgm:pt modelId="{CD2E8A3C-0FE9-4ACE-9868-6F5D32F566FC}" type="pres">
      <dgm:prSet presAssocID="{5FE77BBC-0B56-4BB3-9FCF-412FCC67975E}" presName="parTx" presStyleLbl="revTx" presStyleIdx="1" presStyleCnt="6">
        <dgm:presLayoutVars>
          <dgm:chMax val="0"/>
          <dgm:chPref val="0"/>
        </dgm:presLayoutVars>
      </dgm:prSet>
      <dgm:spPr/>
    </dgm:pt>
    <dgm:pt modelId="{2F156E89-F2C4-4CDC-A37C-645D608C2028}" type="pres">
      <dgm:prSet presAssocID="{390A73F6-9A6D-4D2D-991B-75C1514D1180}" presName="sibTrans" presStyleCnt="0"/>
      <dgm:spPr/>
    </dgm:pt>
    <dgm:pt modelId="{D1778A5E-1F7B-4603-B1E5-E302BCF51F67}" type="pres">
      <dgm:prSet presAssocID="{FB7EE335-927F-4D2C-BCAB-8E64EE88AA39}" presName="compNode" presStyleCnt="0"/>
      <dgm:spPr/>
    </dgm:pt>
    <dgm:pt modelId="{2245F76B-69C7-4748-8B65-7B392406DF7B}" type="pres">
      <dgm:prSet presAssocID="{FB7EE335-927F-4D2C-BCAB-8E64EE88AA39}" presName="bgRect" presStyleLbl="bgShp" presStyleIdx="2" presStyleCnt="6"/>
      <dgm:spPr/>
    </dgm:pt>
    <dgm:pt modelId="{B7EF47B5-425E-4A02-88B4-4222C79720D3}" type="pres">
      <dgm:prSet presAssocID="{FB7EE335-927F-4D2C-BCAB-8E64EE88AA39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FE4FB569-DED0-4C57-AFB4-BE12D20F6747}" type="pres">
      <dgm:prSet presAssocID="{FB7EE335-927F-4D2C-BCAB-8E64EE88AA39}" presName="spaceRect" presStyleCnt="0"/>
      <dgm:spPr/>
    </dgm:pt>
    <dgm:pt modelId="{C4114CE3-476A-4100-813B-CF75528929B2}" type="pres">
      <dgm:prSet presAssocID="{FB7EE335-927F-4D2C-BCAB-8E64EE88AA39}" presName="parTx" presStyleLbl="revTx" presStyleIdx="2" presStyleCnt="6">
        <dgm:presLayoutVars>
          <dgm:chMax val="0"/>
          <dgm:chPref val="0"/>
        </dgm:presLayoutVars>
      </dgm:prSet>
      <dgm:spPr/>
    </dgm:pt>
    <dgm:pt modelId="{3850026A-F1E3-47AD-8C05-62E8A7160877}" type="pres">
      <dgm:prSet presAssocID="{808CDB8C-5DB5-48A6-84D9-329B17E9385E}" presName="sibTrans" presStyleCnt="0"/>
      <dgm:spPr/>
    </dgm:pt>
    <dgm:pt modelId="{A9A348C9-6F78-476B-97EF-6CEE82E8DD9B}" type="pres">
      <dgm:prSet presAssocID="{42728206-526D-43EA-84FE-A4EA56E7A077}" presName="compNode" presStyleCnt="0"/>
      <dgm:spPr/>
    </dgm:pt>
    <dgm:pt modelId="{F26A01DB-85D5-4CA9-BF6D-1433CBE46AA4}" type="pres">
      <dgm:prSet presAssocID="{42728206-526D-43EA-84FE-A4EA56E7A077}" presName="bgRect" presStyleLbl="bgShp" presStyleIdx="3" presStyleCnt="6"/>
      <dgm:spPr/>
    </dgm:pt>
    <dgm:pt modelId="{A01228D2-9B8D-4EE4-840C-091B972D2E15}" type="pres">
      <dgm:prSet presAssocID="{42728206-526D-43EA-84FE-A4EA56E7A07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envelope"/>
        </a:ext>
      </dgm:extLst>
    </dgm:pt>
    <dgm:pt modelId="{6FA3AE32-EFF0-4343-B2DD-57051A66FAFC}" type="pres">
      <dgm:prSet presAssocID="{42728206-526D-43EA-84FE-A4EA56E7A077}" presName="spaceRect" presStyleCnt="0"/>
      <dgm:spPr/>
    </dgm:pt>
    <dgm:pt modelId="{747B7189-F67B-4015-80D0-0D2971047BEA}" type="pres">
      <dgm:prSet presAssocID="{42728206-526D-43EA-84FE-A4EA56E7A077}" presName="parTx" presStyleLbl="revTx" presStyleIdx="3" presStyleCnt="6">
        <dgm:presLayoutVars>
          <dgm:chMax val="0"/>
          <dgm:chPref val="0"/>
        </dgm:presLayoutVars>
      </dgm:prSet>
      <dgm:spPr/>
    </dgm:pt>
    <dgm:pt modelId="{6A1202C2-D0DB-4E8E-A369-0FD036D66208}" type="pres">
      <dgm:prSet presAssocID="{FE8550C1-CD92-4C88-B6F9-AECC6B665475}" presName="sibTrans" presStyleCnt="0"/>
      <dgm:spPr/>
    </dgm:pt>
    <dgm:pt modelId="{BF33A84D-B1C2-43D9-A872-D93043DD2B72}" type="pres">
      <dgm:prSet presAssocID="{801C5ED3-AF98-42FD-A528-AB0BAA2364AA}" presName="compNode" presStyleCnt="0"/>
      <dgm:spPr/>
    </dgm:pt>
    <dgm:pt modelId="{B1DB53B9-7D5B-4796-8337-447057188D93}" type="pres">
      <dgm:prSet presAssocID="{801C5ED3-AF98-42FD-A528-AB0BAA2364AA}" presName="bgRect" presStyleLbl="bgShp" presStyleIdx="4" presStyleCnt="6"/>
      <dgm:spPr/>
    </dgm:pt>
    <dgm:pt modelId="{106CE5E2-2AAA-4B2D-88F8-928C9E5F0B8C}" type="pres">
      <dgm:prSet presAssocID="{801C5ED3-AF98-42FD-A528-AB0BAA2364A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erarquía"/>
        </a:ext>
      </dgm:extLst>
    </dgm:pt>
    <dgm:pt modelId="{3750F692-82F7-4B90-9A16-1DED6B68B164}" type="pres">
      <dgm:prSet presAssocID="{801C5ED3-AF98-42FD-A528-AB0BAA2364AA}" presName="spaceRect" presStyleCnt="0"/>
      <dgm:spPr/>
    </dgm:pt>
    <dgm:pt modelId="{75CBF53D-E59F-4AD1-8693-84E2B1BAC3E6}" type="pres">
      <dgm:prSet presAssocID="{801C5ED3-AF98-42FD-A528-AB0BAA2364AA}" presName="parTx" presStyleLbl="revTx" presStyleIdx="4" presStyleCnt="6">
        <dgm:presLayoutVars>
          <dgm:chMax val="0"/>
          <dgm:chPref val="0"/>
        </dgm:presLayoutVars>
      </dgm:prSet>
      <dgm:spPr/>
    </dgm:pt>
    <dgm:pt modelId="{F53A813D-1F06-48D9-BDA7-B6C5CF45642A}" type="pres">
      <dgm:prSet presAssocID="{8EC8FD82-4777-4071-B92F-735D12E2EEF7}" presName="sibTrans" presStyleCnt="0"/>
      <dgm:spPr/>
    </dgm:pt>
    <dgm:pt modelId="{69C0FD4E-ECE8-4EA1-81BF-C422FF75BB66}" type="pres">
      <dgm:prSet presAssocID="{638723CE-CD8A-4C68-8814-65C1719C81A8}" presName="compNode" presStyleCnt="0"/>
      <dgm:spPr/>
    </dgm:pt>
    <dgm:pt modelId="{263D0078-EDA1-4332-A7EA-94966EDBD307}" type="pres">
      <dgm:prSet presAssocID="{638723CE-CD8A-4C68-8814-65C1719C81A8}" presName="bgRect" presStyleLbl="bgShp" presStyleIdx="5" presStyleCnt="6"/>
      <dgm:spPr/>
    </dgm:pt>
    <dgm:pt modelId="{9CE3498F-9B9A-493E-98D9-7CA973A359E6}" type="pres">
      <dgm:prSet presAssocID="{638723CE-CD8A-4C68-8814-65C1719C81A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EA485AA6-5BB4-4C3A-A780-CB4E84FA9F52}" type="pres">
      <dgm:prSet presAssocID="{638723CE-CD8A-4C68-8814-65C1719C81A8}" presName="spaceRect" presStyleCnt="0"/>
      <dgm:spPr/>
    </dgm:pt>
    <dgm:pt modelId="{D3C03300-97BC-4DC7-ADE6-037951758AC9}" type="pres">
      <dgm:prSet presAssocID="{638723CE-CD8A-4C68-8814-65C1719C81A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DE52901-ADD7-4E3F-A9D8-7E3874E9495F}" type="presOf" srcId="{FB7EE335-927F-4D2C-BCAB-8E64EE88AA39}" destId="{C4114CE3-476A-4100-813B-CF75528929B2}" srcOrd="0" destOrd="0" presId="urn:microsoft.com/office/officeart/2018/2/layout/IconVerticalSolidList"/>
    <dgm:cxn modelId="{C2909A0E-8034-4E35-B9EC-7A7FB263ADFC}" srcId="{FCF54826-86A8-432E-87BA-41E384D0060B}" destId="{FB7EE335-927F-4D2C-BCAB-8E64EE88AA39}" srcOrd="2" destOrd="0" parTransId="{9E3EF406-53E7-4D50-8F78-4320B0496068}" sibTransId="{808CDB8C-5DB5-48A6-84D9-329B17E9385E}"/>
    <dgm:cxn modelId="{B540BC1D-6CE5-47A4-9BFA-1DCEAF8C8529}" srcId="{FCF54826-86A8-432E-87BA-41E384D0060B}" destId="{801C5ED3-AF98-42FD-A528-AB0BAA2364AA}" srcOrd="4" destOrd="0" parTransId="{00F7ED4E-7F9A-49CE-BBE0-D9E3516879D7}" sibTransId="{8EC8FD82-4777-4071-B92F-735D12E2EEF7}"/>
    <dgm:cxn modelId="{EA245621-E896-4B79-B2AC-4293B8F93EE0}" type="presOf" srcId="{801C5ED3-AF98-42FD-A528-AB0BAA2364AA}" destId="{75CBF53D-E59F-4AD1-8693-84E2B1BAC3E6}" srcOrd="0" destOrd="0" presId="urn:microsoft.com/office/officeart/2018/2/layout/IconVerticalSolidList"/>
    <dgm:cxn modelId="{9F0D8C26-2A06-44E8-BB8D-6B1F8F3E5076}" type="presOf" srcId="{3343D8D2-12B5-4725-AFC7-CBF51511DA56}" destId="{607F8BF9-01C2-48CE-A5B5-C8B29AF702D9}" srcOrd="0" destOrd="0" presId="urn:microsoft.com/office/officeart/2018/2/layout/IconVerticalSolidList"/>
    <dgm:cxn modelId="{E78FB437-B9AA-447D-896D-C4FC98FB9C6A}" srcId="{FCF54826-86A8-432E-87BA-41E384D0060B}" destId="{42728206-526D-43EA-84FE-A4EA56E7A077}" srcOrd="3" destOrd="0" parTransId="{C1A35C5C-7DE8-4D49-A0A8-5A4F4BD07930}" sibTransId="{FE8550C1-CD92-4C88-B6F9-AECC6B665475}"/>
    <dgm:cxn modelId="{7F846D6E-C6AA-4024-8225-8AC4BA99F761}" srcId="{FCF54826-86A8-432E-87BA-41E384D0060B}" destId="{638723CE-CD8A-4C68-8814-65C1719C81A8}" srcOrd="5" destOrd="0" parTransId="{50E4EB64-1072-49C2-9A5E-9579246BDE87}" sibTransId="{F189FD92-85A1-4E70-9AA4-F9CFB8992935}"/>
    <dgm:cxn modelId="{5AB9E453-8E18-41D7-9B61-229F0E6860D5}" type="presOf" srcId="{FCF54826-86A8-432E-87BA-41E384D0060B}" destId="{283A1C57-AED4-46C6-BF5D-B3782037A81C}" srcOrd="0" destOrd="0" presId="urn:microsoft.com/office/officeart/2018/2/layout/IconVerticalSolidList"/>
    <dgm:cxn modelId="{CD8D4577-F3E8-45DE-8F4B-502719B3D429}" srcId="{FCF54826-86A8-432E-87BA-41E384D0060B}" destId="{3343D8D2-12B5-4725-AFC7-CBF51511DA56}" srcOrd="0" destOrd="0" parTransId="{ECD3FEB2-E1E7-4F45-B17E-A7064E318B43}" sibTransId="{9A45B5DE-5718-4B2B-876B-38868032EA2F}"/>
    <dgm:cxn modelId="{C4F64F78-5A5F-4758-8281-9AB88758D221}" type="presOf" srcId="{5FE77BBC-0B56-4BB3-9FCF-412FCC67975E}" destId="{CD2E8A3C-0FE9-4ACE-9868-6F5D32F566FC}" srcOrd="0" destOrd="0" presId="urn:microsoft.com/office/officeart/2018/2/layout/IconVerticalSolidList"/>
    <dgm:cxn modelId="{2F11B4A7-EC79-4CC8-B7F2-746CDD91618C}" srcId="{FCF54826-86A8-432E-87BA-41E384D0060B}" destId="{5FE77BBC-0B56-4BB3-9FCF-412FCC67975E}" srcOrd="1" destOrd="0" parTransId="{1033BC29-E8CC-4BB1-8950-098AF7CC065F}" sibTransId="{390A73F6-9A6D-4D2D-991B-75C1514D1180}"/>
    <dgm:cxn modelId="{5BA661DA-A1B1-487B-9196-D41CC1335B7C}" type="presOf" srcId="{42728206-526D-43EA-84FE-A4EA56E7A077}" destId="{747B7189-F67B-4015-80D0-0D2971047BEA}" srcOrd="0" destOrd="0" presId="urn:microsoft.com/office/officeart/2018/2/layout/IconVerticalSolidList"/>
    <dgm:cxn modelId="{DF976AE3-EF4E-4F5F-8201-5DC4D31A1746}" type="presOf" srcId="{638723CE-CD8A-4C68-8814-65C1719C81A8}" destId="{D3C03300-97BC-4DC7-ADE6-037951758AC9}" srcOrd="0" destOrd="0" presId="urn:microsoft.com/office/officeart/2018/2/layout/IconVerticalSolidList"/>
    <dgm:cxn modelId="{F615651C-12F2-4133-BC5A-04AFCA506F9A}" type="presParOf" srcId="{283A1C57-AED4-46C6-BF5D-B3782037A81C}" destId="{2852FECE-5840-4A72-9EFD-E3C296E26FAD}" srcOrd="0" destOrd="0" presId="urn:microsoft.com/office/officeart/2018/2/layout/IconVerticalSolidList"/>
    <dgm:cxn modelId="{C2BA6694-2592-4C72-AD9C-9D1C3FA30999}" type="presParOf" srcId="{2852FECE-5840-4A72-9EFD-E3C296E26FAD}" destId="{B351181A-BDE7-4316-B132-C4F8DAA6C2B6}" srcOrd="0" destOrd="0" presId="urn:microsoft.com/office/officeart/2018/2/layout/IconVerticalSolidList"/>
    <dgm:cxn modelId="{2893EB21-781F-4400-87AC-F2EA906FECD1}" type="presParOf" srcId="{2852FECE-5840-4A72-9EFD-E3C296E26FAD}" destId="{04E3119C-4E52-4834-A38C-9DAB11337A18}" srcOrd="1" destOrd="0" presId="urn:microsoft.com/office/officeart/2018/2/layout/IconVerticalSolidList"/>
    <dgm:cxn modelId="{0432EFC4-EF5C-4346-8F3E-B40A89931644}" type="presParOf" srcId="{2852FECE-5840-4A72-9EFD-E3C296E26FAD}" destId="{A98E6B77-99F7-48F9-88C5-6DDC6B7E5D68}" srcOrd="2" destOrd="0" presId="urn:microsoft.com/office/officeart/2018/2/layout/IconVerticalSolidList"/>
    <dgm:cxn modelId="{DEE29210-C556-460B-A215-AAE8ACAA53B6}" type="presParOf" srcId="{2852FECE-5840-4A72-9EFD-E3C296E26FAD}" destId="{607F8BF9-01C2-48CE-A5B5-C8B29AF702D9}" srcOrd="3" destOrd="0" presId="urn:microsoft.com/office/officeart/2018/2/layout/IconVerticalSolidList"/>
    <dgm:cxn modelId="{E561E0DA-E2C1-43EE-91B2-34CB443C50CA}" type="presParOf" srcId="{283A1C57-AED4-46C6-BF5D-B3782037A81C}" destId="{54EE42A5-77AA-4DCB-9030-47A5AE16416C}" srcOrd="1" destOrd="0" presId="urn:microsoft.com/office/officeart/2018/2/layout/IconVerticalSolidList"/>
    <dgm:cxn modelId="{47B4FF0E-FCE3-4EA3-969E-A4520DC67789}" type="presParOf" srcId="{283A1C57-AED4-46C6-BF5D-B3782037A81C}" destId="{C534BFCB-0E1E-4A87-9820-FDF6428ADDBC}" srcOrd="2" destOrd="0" presId="urn:microsoft.com/office/officeart/2018/2/layout/IconVerticalSolidList"/>
    <dgm:cxn modelId="{E06A68C2-6AC7-486A-9EF5-BE7CF1073889}" type="presParOf" srcId="{C534BFCB-0E1E-4A87-9820-FDF6428ADDBC}" destId="{8E55F8B7-10AD-4380-88A2-711263617D6A}" srcOrd="0" destOrd="0" presId="urn:microsoft.com/office/officeart/2018/2/layout/IconVerticalSolidList"/>
    <dgm:cxn modelId="{DA57ABB5-1CB7-42AF-A28C-A5FA2852BC90}" type="presParOf" srcId="{C534BFCB-0E1E-4A87-9820-FDF6428ADDBC}" destId="{DAC27C5D-C0C7-4123-AD54-E4ED6F006503}" srcOrd="1" destOrd="0" presId="urn:microsoft.com/office/officeart/2018/2/layout/IconVerticalSolidList"/>
    <dgm:cxn modelId="{C61F7D75-2B35-4359-9CB5-71E17AC2279B}" type="presParOf" srcId="{C534BFCB-0E1E-4A87-9820-FDF6428ADDBC}" destId="{4C216062-6B79-4BF8-B7B0-00064E7B0E3B}" srcOrd="2" destOrd="0" presId="urn:microsoft.com/office/officeart/2018/2/layout/IconVerticalSolidList"/>
    <dgm:cxn modelId="{21F2ADDD-4AAB-48B2-BF31-1280A3B538A7}" type="presParOf" srcId="{C534BFCB-0E1E-4A87-9820-FDF6428ADDBC}" destId="{CD2E8A3C-0FE9-4ACE-9868-6F5D32F566FC}" srcOrd="3" destOrd="0" presId="urn:microsoft.com/office/officeart/2018/2/layout/IconVerticalSolidList"/>
    <dgm:cxn modelId="{55A8663C-6EFD-44E0-A787-0A6EB03B0D53}" type="presParOf" srcId="{283A1C57-AED4-46C6-BF5D-B3782037A81C}" destId="{2F156E89-F2C4-4CDC-A37C-645D608C2028}" srcOrd="3" destOrd="0" presId="urn:microsoft.com/office/officeart/2018/2/layout/IconVerticalSolidList"/>
    <dgm:cxn modelId="{1E44FED3-85D9-4A96-9268-20D2D860E122}" type="presParOf" srcId="{283A1C57-AED4-46C6-BF5D-B3782037A81C}" destId="{D1778A5E-1F7B-4603-B1E5-E302BCF51F67}" srcOrd="4" destOrd="0" presId="urn:microsoft.com/office/officeart/2018/2/layout/IconVerticalSolidList"/>
    <dgm:cxn modelId="{82106DD8-D4B2-459F-9F51-7A226C4C6C38}" type="presParOf" srcId="{D1778A5E-1F7B-4603-B1E5-E302BCF51F67}" destId="{2245F76B-69C7-4748-8B65-7B392406DF7B}" srcOrd="0" destOrd="0" presId="urn:microsoft.com/office/officeart/2018/2/layout/IconVerticalSolidList"/>
    <dgm:cxn modelId="{0D050380-62ED-4E71-B580-761C9F50DD2A}" type="presParOf" srcId="{D1778A5E-1F7B-4603-B1E5-E302BCF51F67}" destId="{B7EF47B5-425E-4A02-88B4-4222C79720D3}" srcOrd="1" destOrd="0" presId="urn:microsoft.com/office/officeart/2018/2/layout/IconVerticalSolidList"/>
    <dgm:cxn modelId="{17B0D31A-A60A-45E8-8240-1BD1B5C2081F}" type="presParOf" srcId="{D1778A5E-1F7B-4603-B1E5-E302BCF51F67}" destId="{FE4FB569-DED0-4C57-AFB4-BE12D20F6747}" srcOrd="2" destOrd="0" presId="urn:microsoft.com/office/officeart/2018/2/layout/IconVerticalSolidList"/>
    <dgm:cxn modelId="{D749E7D4-408E-4B8B-A3F2-D2F98E4A86A1}" type="presParOf" srcId="{D1778A5E-1F7B-4603-B1E5-E302BCF51F67}" destId="{C4114CE3-476A-4100-813B-CF75528929B2}" srcOrd="3" destOrd="0" presId="urn:microsoft.com/office/officeart/2018/2/layout/IconVerticalSolidList"/>
    <dgm:cxn modelId="{034AA55A-F9ED-4D54-8D99-68377D1D8A7C}" type="presParOf" srcId="{283A1C57-AED4-46C6-BF5D-B3782037A81C}" destId="{3850026A-F1E3-47AD-8C05-62E8A7160877}" srcOrd="5" destOrd="0" presId="urn:microsoft.com/office/officeart/2018/2/layout/IconVerticalSolidList"/>
    <dgm:cxn modelId="{4D1B727A-0304-472D-B24E-C16AEEE3B17E}" type="presParOf" srcId="{283A1C57-AED4-46C6-BF5D-B3782037A81C}" destId="{A9A348C9-6F78-476B-97EF-6CEE82E8DD9B}" srcOrd="6" destOrd="0" presId="urn:microsoft.com/office/officeart/2018/2/layout/IconVerticalSolidList"/>
    <dgm:cxn modelId="{44BAF0BD-D784-4EB6-A3DA-5252AE6BDACB}" type="presParOf" srcId="{A9A348C9-6F78-476B-97EF-6CEE82E8DD9B}" destId="{F26A01DB-85D5-4CA9-BF6D-1433CBE46AA4}" srcOrd="0" destOrd="0" presId="urn:microsoft.com/office/officeart/2018/2/layout/IconVerticalSolidList"/>
    <dgm:cxn modelId="{E35DCAED-F985-488C-A002-B90CDE55723E}" type="presParOf" srcId="{A9A348C9-6F78-476B-97EF-6CEE82E8DD9B}" destId="{A01228D2-9B8D-4EE4-840C-091B972D2E15}" srcOrd="1" destOrd="0" presId="urn:microsoft.com/office/officeart/2018/2/layout/IconVerticalSolidList"/>
    <dgm:cxn modelId="{017428E8-3A11-47AB-B2E9-582A47B255CC}" type="presParOf" srcId="{A9A348C9-6F78-476B-97EF-6CEE82E8DD9B}" destId="{6FA3AE32-EFF0-4343-B2DD-57051A66FAFC}" srcOrd="2" destOrd="0" presId="urn:microsoft.com/office/officeart/2018/2/layout/IconVerticalSolidList"/>
    <dgm:cxn modelId="{AFE292D9-50F3-4D3F-9C82-448DC53F7D57}" type="presParOf" srcId="{A9A348C9-6F78-476B-97EF-6CEE82E8DD9B}" destId="{747B7189-F67B-4015-80D0-0D2971047BEA}" srcOrd="3" destOrd="0" presId="urn:microsoft.com/office/officeart/2018/2/layout/IconVerticalSolidList"/>
    <dgm:cxn modelId="{2C640FA7-2093-4F0A-A46E-A2E630D79A4E}" type="presParOf" srcId="{283A1C57-AED4-46C6-BF5D-B3782037A81C}" destId="{6A1202C2-D0DB-4E8E-A369-0FD036D66208}" srcOrd="7" destOrd="0" presId="urn:microsoft.com/office/officeart/2018/2/layout/IconVerticalSolidList"/>
    <dgm:cxn modelId="{E42257CD-90E4-4F39-AC8B-8CC90E16DDA5}" type="presParOf" srcId="{283A1C57-AED4-46C6-BF5D-B3782037A81C}" destId="{BF33A84D-B1C2-43D9-A872-D93043DD2B72}" srcOrd="8" destOrd="0" presId="urn:microsoft.com/office/officeart/2018/2/layout/IconVerticalSolidList"/>
    <dgm:cxn modelId="{4645F281-A87D-4721-BE06-D49723C38797}" type="presParOf" srcId="{BF33A84D-B1C2-43D9-A872-D93043DD2B72}" destId="{B1DB53B9-7D5B-4796-8337-447057188D93}" srcOrd="0" destOrd="0" presId="urn:microsoft.com/office/officeart/2018/2/layout/IconVerticalSolidList"/>
    <dgm:cxn modelId="{49F24A18-CEF0-49B8-8CF5-482D608FE937}" type="presParOf" srcId="{BF33A84D-B1C2-43D9-A872-D93043DD2B72}" destId="{106CE5E2-2AAA-4B2D-88F8-928C9E5F0B8C}" srcOrd="1" destOrd="0" presId="urn:microsoft.com/office/officeart/2018/2/layout/IconVerticalSolidList"/>
    <dgm:cxn modelId="{C29B2DF5-3448-40D2-8749-13A97A5DF0D9}" type="presParOf" srcId="{BF33A84D-B1C2-43D9-A872-D93043DD2B72}" destId="{3750F692-82F7-4B90-9A16-1DED6B68B164}" srcOrd="2" destOrd="0" presId="urn:microsoft.com/office/officeart/2018/2/layout/IconVerticalSolidList"/>
    <dgm:cxn modelId="{04D8AEB8-7087-42DF-9F6A-E09327E2A84C}" type="presParOf" srcId="{BF33A84D-B1C2-43D9-A872-D93043DD2B72}" destId="{75CBF53D-E59F-4AD1-8693-84E2B1BAC3E6}" srcOrd="3" destOrd="0" presId="urn:microsoft.com/office/officeart/2018/2/layout/IconVerticalSolidList"/>
    <dgm:cxn modelId="{35C4AFF2-A095-4740-B8E3-4738C1D5457B}" type="presParOf" srcId="{283A1C57-AED4-46C6-BF5D-B3782037A81C}" destId="{F53A813D-1F06-48D9-BDA7-B6C5CF45642A}" srcOrd="9" destOrd="0" presId="urn:microsoft.com/office/officeart/2018/2/layout/IconVerticalSolidList"/>
    <dgm:cxn modelId="{B8EE0096-FCFF-48C4-BBBB-939AAF0694D1}" type="presParOf" srcId="{283A1C57-AED4-46C6-BF5D-B3782037A81C}" destId="{69C0FD4E-ECE8-4EA1-81BF-C422FF75BB66}" srcOrd="10" destOrd="0" presId="urn:microsoft.com/office/officeart/2018/2/layout/IconVerticalSolidList"/>
    <dgm:cxn modelId="{87C49EBF-378F-4E09-9E7B-F69A08F870D7}" type="presParOf" srcId="{69C0FD4E-ECE8-4EA1-81BF-C422FF75BB66}" destId="{263D0078-EDA1-4332-A7EA-94966EDBD307}" srcOrd="0" destOrd="0" presId="urn:microsoft.com/office/officeart/2018/2/layout/IconVerticalSolidList"/>
    <dgm:cxn modelId="{9118A2A4-7144-4559-A918-510D1AF13E89}" type="presParOf" srcId="{69C0FD4E-ECE8-4EA1-81BF-C422FF75BB66}" destId="{9CE3498F-9B9A-493E-98D9-7CA973A359E6}" srcOrd="1" destOrd="0" presId="urn:microsoft.com/office/officeart/2018/2/layout/IconVerticalSolidList"/>
    <dgm:cxn modelId="{9312ECA2-F857-42C5-AB3D-084C26AF2FA2}" type="presParOf" srcId="{69C0FD4E-ECE8-4EA1-81BF-C422FF75BB66}" destId="{EA485AA6-5BB4-4C3A-A780-CB4E84FA9F52}" srcOrd="2" destOrd="0" presId="urn:microsoft.com/office/officeart/2018/2/layout/IconVerticalSolidList"/>
    <dgm:cxn modelId="{5F68B367-DF92-4A2C-A351-F8BC2DC0CB82}" type="presParOf" srcId="{69C0FD4E-ECE8-4EA1-81BF-C422FF75BB66}" destId="{D3C03300-97BC-4DC7-ADE6-037951758AC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35AFD5E-A7DA-46D3-8859-F4737C62603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1413A093-3BF9-4702-B229-E75C1B50CF22}">
      <dgm:prSet/>
      <dgm:spPr/>
      <dgm:t>
        <a:bodyPr/>
        <a:lstStyle/>
        <a:p>
          <a:r>
            <a:rPr lang="en-US"/>
            <a:t>• Revisión de expectativas </a:t>
          </a:r>
        </a:p>
      </dgm:t>
    </dgm:pt>
    <dgm:pt modelId="{B73DC4E9-D7D6-48FD-AD87-3A2A5579D251}" type="parTrans" cxnId="{7309D66A-32F1-4201-920D-40C45CF0F41B}">
      <dgm:prSet/>
      <dgm:spPr/>
      <dgm:t>
        <a:bodyPr/>
        <a:lstStyle/>
        <a:p>
          <a:endParaRPr lang="en-US"/>
        </a:p>
      </dgm:t>
    </dgm:pt>
    <dgm:pt modelId="{0CEC9929-80E1-4E3F-82B9-29BA9994A2D5}" type="sibTrans" cxnId="{7309D66A-32F1-4201-920D-40C45CF0F41B}">
      <dgm:prSet/>
      <dgm:spPr/>
      <dgm:t>
        <a:bodyPr/>
        <a:lstStyle/>
        <a:p>
          <a:endParaRPr lang="en-US"/>
        </a:p>
      </dgm:t>
    </dgm:pt>
    <dgm:pt modelId="{AFD0561F-0B90-4089-B6B1-EDFF74C27A54}">
      <dgm:prSet/>
      <dgm:spPr/>
      <dgm:t>
        <a:bodyPr/>
        <a:lstStyle/>
        <a:p>
          <a:r>
            <a:rPr lang="en-US"/>
            <a:t>• Definición del alcance inicial.</a:t>
          </a:r>
        </a:p>
      </dgm:t>
    </dgm:pt>
    <dgm:pt modelId="{8839C58B-2F09-4329-8BEA-77D8661F44FA}" type="parTrans" cxnId="{E43ABB53-508E-4D2E-9CBA-930F0A3E88D5}">
      <dgm:prSet/>
      <dgm:spPr/>
      <dgm:t>
        <a:bodyPr/>
        <a:lstStyle/>
        <a:p>
          <a:endParaRPr lang="en-US"/>
        </a:p>
      </dgm:t>
    </dgm:pt>
    <dgm:pt modelId="{552EE254-C25E-4724-9463-84B28EC0F878}" type="sibTrans" cxnId="{E43ABB53-508E-4D2E-9CBA-930F0A3E88D5}">
      <dgm:prSet/>
      <dgm:spPr/>
      <dgm:t>
        <a:bodyPr/>
        <a:lstStyle/>
        <a:p>
          <a:endParaRPr lang="en-US"/>
        </a:p>
      </dgm:t>
    </dgm:pt>
    <dgm:pt modelId="{5F510EA7-60D6-4AE1-8F7A-F070F1633D77}">
      <dgm:prSet/>
      <dgm:spPr/>
      <dgm:t>
        <a:bodyPr/>
        <a:lstStyle/>
        <a:p>
          <a:r>
            <a:rPr lang="en-US" dirty="0"/>
            <a:t>• Identificación de roles y responsables.</a:t>
          </a:r>
        </a:p>
      </dgm:t>
    </dgm:pt>
    <dgm:pt modelId="{8645EF9C-EDD8-4A1E-B0F9-C922133B819A}" type="parTrans" cxnId="{1A4BBE24-595F-444B-92D6-CE1C85C0D03F}">
      <dgm:prSet/>
      <dgm:spPr/>
      <dgm:t>
        <a:bodyPr/>
        <a:lstStyle/>
        <a:p>
          <a:endParaRPr lang="en-US"/>
        </a:p>
      </dgm:t>
    </dgm:pt>
    <dgm:pt modelId="{754F0752-84BC-4675-8D5A-FA1B74D3FFD5}" type="sibTrans" cxnId="{1A4BBE24-595F-444B-92D6-CE1C85C0D03F}">
      <dgm:prSet/>
      <dgm:spPr/>
      <dgm:t>
        <a:bodyPr/>
        <a:lstStyle/>
        <a:p>
          <a:endParaRPr lang="en-US"/>
        </a:p>
      </dgm:t>
    </dgm:pt>
    <dgm:pt modelId="{21E170F0-0C4E-46B0-9098-868ADF7A0884}">
      <dgm:prSet/>
      <dgm:spPr/>
      <dgm:t>
        <a:bodyPr/>
        <a:lstStyle/>
        <a:p>
          <a:r>
            <a:rPr lang="en-US"/>
            <a:t>• Validación del roadmap y prioridades.</a:t>
          </a:r>
        </a:p>
      </dgm:t>
    </dgm:pt>
    <dgm:pt modelId="{80C9610E-043B-440C-B1EB-B1B8F80906EC}" type="parTrans" cxnId="{3F3CC8B2-105F-4D12-8672-EECCD73B8F04}">
      <dgm:prSet/>
      <dgm:spPr/>
      <dgm:t>
        <a:bodyPr/>
        <a:lstStyle/>
        <a:p>
          <a:endParaRPr lang="en-US"/>
        </a:p>
      </dgm:t>
    </dgm:pt>
    <dgm:pt modelId="{9C34C3D9-9B20-4871-B49B-A4E28778ABC5}" type="sibTrans" cxnId="{3F3CC8B2-105F-4D12-8672-EECCD73B8F04}">
      <dgm:prSet/>
      <dgm:spPr/>
      <dgm:t>
        <a:bodyPr/>
        <a:lstStyle/>
        <a:p>
          <a:endParaRPr lang="en-US"/>
        </a:p>
      </dgm:t>
    </dgm:pt>
    <dgm:pt modelId="{5295EB7D-1FB7-41B8-BD1E-D1C52A8051AF}">
      <dgm:prSet/>
      <dgm:spPr/>
      <dgm:t>
        <a:bodyPr/>
        <a:lstStyle/>
        <a:p>
          <a:r>
            <a:rPr lang="en-US"/>
            <a:t>• Alineación metodológica y acuerdos operativos.</a:t>
          </a:r>
        </a:p>
      </dgm:t>
    </dgm:pt>
    <dgm:pt modelId="{6ADDA745-065E-451F-84E6-95D9191F2321}" type="parTrans" cxnId="{95AE1028-9FB2-4A08-864A-B0B38C4CA57D}">
      <dgm:prSet/>
      <dgm:spPr/>
      <dgm:t>
        <a:bodyPr/>
        <a:lstStyle/>
        <a:p>
          <a:endParaRPr lang="en-US"/>
        </a:p>
      </dgm:t>
    </dgm:pt>
    <dgm:pt modelId="{478400C3-9BF0-4189-87CE-90BA34157760}" type="sibTrans" cxnId="{95AE1028-9FB2-4A08-864A-B0B38C4CA57D}">
      <dgm:prSet/>
      <dgm:spPr/>
      <dgm:t>
        <a:bodyPr/>
        <a:lstStyle/>
        <a:p>
          <a:endParaRPr lang="en-US"/>
        </a:p>
      </dgm:t>
    </dgm:pt>
    <dgm:pt modelId="{8894A857-EBA7-462B-BDB4-6DA79D3963F7}" type="pres">
      <dgm:prSet presAssocID="{E35AFD5E-A7DA-46D3-8859-F4737C62603E}" presName="root" presStyleCnt="0">
        <dgm:presLayoutVars>
          <dgm:dir/>
          <dgm:resizeHandles val="exact"/>
        </dgm:presLayoutVars>
      </dgm:prSet>
      <dgm:spPr/>
    </dgm:pt>
    <dgm:pt modelId="{2F67E08A-3654-4107-8A2D-95311887699B}" type="pres">
      <dgm:prSet presAssocID="{1413A093-3BF9-4702-B229-E75C1B50CF22}" presName="compNode" presStyleCnt="0"/>
      <dgm:spPr/>
    </dgm:pt>
    <dgm:pt modelId="{B477319E-5E32-4967-8137-212C4412B898}" type="pres">
      <dgm:prSet presAssocID="{1413A093-3BF9-4702-B229-E75C1B50CF22}" presName="bgRect" presStyleLbl="bgShp" presStyleIdx="0" presStyleCnt="5"/>
      <dgm:spPr/>
    </dgm:pt>
    <dgm:pt modelId="{27844726-22B5-4B55-9AAF-F5012349F21A}" type="pres">
      <dgm:prSet presAssocID="{1413A093-3BF9-4702-B229-E75C1B50CF2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9FCEB389-EC86-4C70-AC81-6154FF615F3D}" type="pres">
      <dgm:prSet presAssocID="{1413A093-3BF9-4702-B229-E75C1B50CF22}" presName="spaceRect" presStyleCnt="0"/>
      <dgm:spPr/>
    </dgm:pt>
    <dgm:pt modelId="{C0628B99-55A0-4134-8209-0A98ADEB53B2}" type="pres">
      <dgm:prSet presAssocID="{1413A093-3BF9-4702-B229-E75C1B50CF22}" presName="parTx" presStyleLbl="revTx" presStyleIdx="0" presStyleCnt="5">
        <dgm:presLayoutVars>
          <dgm:chMax val="0"/>
          <dgm:chPref val="0"/>
        </dgm:presLayoutVars>
      </dgm:prSet>
      <dgm:spPr/>
    </dgm:pt>
    <dgm:pt modelId="{F1696FB7-94FB-402A-853D-DA05902DDF0F}" type="pres">
      <dgm:prSet presAssocID="{0CEC9929-80E1-4E3F-82B9-29BA9994A2D5}" presName="sibTrans" presStyleCnt="0"/>
      <dgm:spPr/>
    </dgm:pt>
    <dgm:pt modelId="{A7E273DE-D4E8-457B-BCB3-A90A14B0B9B7}" type="pres">
      <dgm:prSet presAssocID="{AFD0561F-0B90-4089-B6B1-EDFF74C27A54}" presName="compNode" presStyleCnt="0"/>
      <dgm:spPr/>
    </dgm:pt>
    <dgm:pt modelId="{A29ED4AE-AD01-4165-AB04-7458C2F22F0B}" type="pres">
      <dgm:prSet presAssocID="{AFD0561F-0B90-4089-B6B1-EDFF74C27A54}" presName="bgRect" presStyleLbl="bgShp" presStyleIdx="1" presStyleCnt="5"/>
      <dgm:spPr/>
    </dgm:pt>
    <dgm:pt modelId="{36C8261E-AFAC-43F1-B136-048F61B297E9}" type="pres">
      <dgm:prSet presAssocID="{AFD0561F-0B90-4089-B6B1-EDFF74C27A5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na"/>
        </a:ext>
      </dgm:extLst>
    </dgm:pt>
    <dgm:pt modelId="{FC731F09-8D86-4A64-AC99-948DB01D7802}" type="pres">
      <dgm:prSet presAssocID="{AFD0561F-0B90-4089-B6B1-EDFF74C27A54}" presName="spaceRect" presStyleCnt="0"/>
      <dgm:spPr/>
    </dgm:pt>
    <dgm:pt modelId="{E1BA619C-247E-43AA-854C-A05BE1F67566}" type="pres">
      <dgm:prSet presAssocID="{AFD0561F-0B90-4089-B6B1-EDFF74C27A54}" presName="parTx" presStyleLbl="revTx" presStyleIdx="1" presStyleCnt="5">
        <dgm:presLayoutVars>
          <dgm:chMax val="0"/>
          <dgm:chPref val="0"/>
        </dgm:presLayoutVars>
      </dgm:prSet>
      <dgm:spPr/>
    </dgm:pt>
    <dgm:pt modelId="{EF560273-D6BC-4BEE-B768-6F965B3F1392}" type="pres">
      <dgm:prSet presAssocID="{552EE254-C25E-4724-9463-84B28EC0F878}" presName="sibTrans" presStyleCnt="0"/>
      <dgm:spPr/>
    </dgm:pt>
    <dgm:pt modelId="{383F6F04-2445-4709-891F-FF1ACAC6C730}" type="pres">
      <dgm:prSet presAssocID="{5F510EA7-60D6-4AE1-8F7A-F070F1633D77}" presName="compNode" presStyleCnt="0"/>
      <dgm:spPr/>
    </dgm:pt>
    <dgm:pt modelId="{03DAC758-DE52-4988-A37E-171C2BC33951}" type="pres">
      <dgm:prSet presAssocID="{5F510EA7-60D6-4AE1-8F7A-F070F1633D77}" presName="bgRect" presStyleLbl="bgShp" presStyleIdx="2" presStyleCnt="5"/>
      <dgm:spPr/>
    </dgm:pt>
    <dgm:pt modelId="{15E81FB7-43A9-4AF3-A9C4-F80CE11D8269}" type="pres">
      <dgm:prSet presAssocID="{5F510EA7-60D6-4AE1-8F7A-F070F1633D7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FB2E3715-1731-4DED-8535-629F46334FBC}" type="pres">
      <dgm:prSet presAssocID="{5F510EA7-60D6-4AE1-8F7A-F070F1633D77}" presName="spaceRect" presStyleCnt="0"/>
      <dgm:spPr/>
    </dgm:pt>
    <dgm:pt modelId="{D8E1AF64-B31C-4709-81AD-0837996DBDC9}" type="pres">
      <dgm:prSet presAssocID="{5F510EA7-60D6-4AE1-8F7A-F070F1633D77}" presName="parTx" presStyleLbl="revTx" presStyleIdx="2" presStyleCnt="5">
        <dgm:presLayoutVars>
          <dgm:chMax val="0"/>
          <dgm:chPref val="0"/>
        </dgm:presLayoutVars>
      </dgm:prSet>
      <dgm:spPr/>
    </dgm:pt>
    <dgm:pt modelId="{6A42E891-ADAA-4329-9431-F678A110EE39}" type="pres">
      <dgm:prSet presAssocID="{754F0752-84BC-4675-8D5A-FA1B74D3FFD5}" presName="sibTrans" presStyleCnt="0"/>
      <dgm:spPr/>
    </dgm:pt>
    <dgm:pt modelId="{B4EBFC91-1078-4D82-8DAB-D0A08BB89863}" type="pres">
      <dgm:prSet presAssocID="{21E170F0-0C4E-46B0-9098-868ADF7A0884}" presName="compNode" presStyleCnt="0"/>
      <dgm:spPr/>
    </dgm:pt>
    <dgm:pt modelId="{B2AE2EE4-1D77-418C-ADB8-B7B11ACF0F63}" type="pres">
      <dgm:prSet presAssocID="{21E170F0-0C4E-46B0-9098-868ADF7A0884}" presName="bgRect" presStyleLbl="bgShp" presStyleIdx="3" presStyleCnt="5"/>
      <dgm:spPr/>
    </dgm:pt>
    <dgm:pt modelId="{9148984A-CEF0-40A5-8B91-F0E65A94298E}" type="pres">
      <dgm:prSet presAssocID="{21E170F0-0C4E-46B0-9098-868ADF7A088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8331B676-E170-432B-8D53-778BBB66ACAB}" type="pres">
      <dgm:prSet presAssocID="{21E170F0-0C4E-46B0-9098-868ADF7A0884}" presName="spaceRect" presStyleCnt="0"/>
      <dgm:spPr/>
    </dgm:pt>
    <dgm:pt modelId="{EF54BD73-6F37-45A4-8F33-AA66E753655E}" type="pres">
      <dgm:prSet presAssocID="{21E170F0-0C4E-46B0-9098-868ADF7A0884}" presName="parTx" presStyleLbl="revTx" presStyleIdx="3" presStyleCnt="5">
        <dgm:presLayoutVars>
          <dgm:chMax val="0"/>
          <dgm:chPref val="0"/>
        </dgm:presLayoutVars>
      </dgm:prSet>
      <dgm:spPr/>
    </dgm:pt>
    <dgm:pt modelId="{FE21B63E-F46A-4AB7-B6C9-1817624AAA15}" type="pres">
      <dgm:prSet presAssocID="{9C34C3D9-9B20-4871-B49B-A4E28778ABC5}" presName="sibTrans" presStyleCnt="0"/>
      <dgm:spPr/>
    </dgm:pt>
    <dgm:pt modelId="{6D48F882-727D-464D-96F6-94BC198A5CBC}" type="pres">
      <dgm:prSet presAssocID="{5295EB7D-1FB7-41B8-BD1E-D1C52A8051AF}" presName="compNode" presStyleCnt="0"/>
      <dgm:spPr/>
    </dgm:pt>
    <dgm:pt modelId="{95A56626-6353-450C-AB46-E51E35664913}" type="pres">
      <dgm:prSet presAssocID="{5295EB7D-1FB7-41B8-BD1E-D1C52A8051AF}" presName="bgRect" presStyleLbl="bgShp" presStyleIdx="4" presStyleCnt="5"/>
      <dgm:spPr/>
    </dgm:pt>
    <dgm:pt modelId="{A1AD97F6-1CEB-4408-8354-B825420E0DEF}" type="pres">
      <dgm:prSet presAssocID="{5295EB7D-1FB7-41B8-BD1E-D1C52A8051A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FF0C081D-6F5D-449D-8255-57F2024D8A10}" type="pres">
      <dgm:prSet presAssocID="{5295EB7D-1FB7-41B8-BD1E-D1C52A8051AF}" presName="spaceRect" presStyleCnt="0"/>
      <dgm:spPr/>
    </dgm:pt>
    <dgm:pt modelId="{46198EA6-D05D-4CFC-8185-3AEA429067AB}" type="pres">
      <dgm:prSet presAssocID="{5295EB7D-1FB7-41B8-BD1E-D1C52A8051AF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A4BBE24-595F-444B-92D6-CE1C85C0D03F}" srcId="{E35AFD5E-A7DA-46D3-8859-F4737C62603E}" destId="{5F510EA7-60D6-4AE1-8F7A-F070F1633D77}" srcOrd="2" destOrd="0" parTransId="{8645EF9C-EDD8-4A1E-B0F9-C922133B819A}" sibTransId="{754F0752-84BC-4675-8D5A-FA1B74D3FFD5}"/>
    <dgm:cxn modelId="{95AE1028-9FB2-4A08-864A-B0B38C4CA57D}" srcId="{E35AFD5E-A7DA-46D3-8859-F4737C62603E}" destId="{5295EB7D-1FB7-41B8-BD1E-D1C52A8051AF}" srcOrd="4" destOrd="0" parTransId="{6ADDA745-065E-451F-84E6-95D9191F2321}" sibTransId="{478400C3-9BF0-4189-87CE-90BA34157760}"/>
    <dgm:cxn modelId="{119DAF35-B181-4E58-A8A2-2876A5012AF6}" type="presOf" srcId="{1413A093-3BF9-4702-B229-E75C1B50CF22}" destId="{C0628B99-55A0-4134-8209-0A98ADEB53B2}" srcOrd="0" destOrd="0" presId="urn:microsoft.com/office/officeart/2018/2/layout/IconVerticalSolidList"/>
    <dgm:cxn modelId="{FD2C7E68-FF7E-413E-8B6B-14D06525DB7D}" type="presOf" srcId="{21E170F0-0C4E-46B0-9098-868ADF7A0884}" destId="{EF54BD73-6F37-45A4-8F33-AA66E753655E}" srcOrd="0" destOrd="0" presId="urn:microsoft.com/office/officeart/2018/2/layout/IconVerticalSolidList"/>
    <dgm:cxn modelId="{7309D66A-32F1-4201-920D-40C45CF0F41B}" srcId="{E35AFD5E-A7DA-46D3-8859-F4737C62603E}" destId="{1413A093-3BF9-4702-B229-E75C1B50CF22}" srcOrd="0" destOrd="0" parTransId="{B73DC4E9-D7D6-48FD-AD87-3A2A5579D251}" sibTransId="{0CEC9929-80E1-4E3F-82B9-29BA9994A2D5}"/>
    <dgm:cxn modelId="{E43ABB53-508E-4D2E-9CBA-930F0A3E88D5}" srcId="{E35AFD5E-A7DA-46D3-8859-F4737C62603E}" destId="{AFD0561F-0B90-4089-B6B1-EDFF74C27A54}" srcOrd="1" destOrd="0" parTransId="{8839C58B-2F09-4329-8BEA-77D8661F44FA}" sibTransId="{552EE254-C25E-4724-9463-84B28EC0F878}"/>
    <dgm:cxn modelId="{607BED83-0F8E-41E4-B574-26B49DF281C7}" type="presOf" srcId="{E35AFD5E-A7DA-46D3-8859-F4737C62603E}" destId="{8894A857-EBA7-462B-BDB4-6DA79D3963F7}" srcOrd="0" destOrd="0" presId="urn:microsoft.com/office/officeart/2018/2/layout/IconVerticalSolidList"/>
    <dgm:cxn modelId="{2D43038E-C44B-4003-8594-F5BC0DC241E1}" type="presOf" srcId="{5295EB7D-1FB7-41B8-BD1E-D1C52A8051AF}" destId="{46198EA6-D05D-4CFC-8185-3AEA429067AB}" srcOrd="0" destOrd="0" presId="urn:microsoft.com/office/officeart/2018/2/layout/IconVerticalSolidList"/>
    <dgm:cxn modelId="{71FC52A0-82A0-4359-BEE4-FB3CC8D0C668}" type="presOf" srcId="{AFD0561F-0B90-4089-B6B1-EDFF74C27A54}" destId="{E1BA619C-247E-43AA-854C-A05BE1F67566}" srcOrd="0" destOrd="0" presId="urn:microsoft.com/office/officeart/2018/2/layout/IconVerticalSolidList"/>
    <dgm:cxn modelId="{3F3CC8B2-105F-4D12-8672-EECCD73B8F04}" srcId="{E35AFD5E-A7DA-46D3-8859-F4737C62603E}" destId="{21E170F0-0C4E-46B0-9098-868ADF7A0884}" srcOrd="3" destOrd="0" parTransId="{80C9610E-043B-440C-B1EB-B1B8F80906EC}" sibTransId="{9C34C3D9-9B20-4871-B49B-A4E28778ABC5}"/>
    <dgm:cxn modelId="{9044A7FD-304C-4E2A-B832-C342DF4C9289}" type="presOf" srcId="{5F510EA7-60D6-4AE1-8F7A-F070F1633D77}" destId="{D8E1AF64-B31C-4709-81AD-0837996DBDC9}" srcOrd="0" destOrd="0" presId="urn:microsoft.com/office/officeart/2018/2/layout/IconVerticalSolidList"/>
    <dgm:cxn modelId="{FBC3C9DD-C9D0-412A-AD96-58F957ABE55E}" type="presParOf" srcId="{8894A857-EBA7-462B-BDB4-6DA79D3963F7}" destId="{2F67E08A-3654-4107-8A2D-95311887699B}" srcOrd="0" destOrd="0" presId="urn:microsoft.com/office/officeart/2018/2/layout/IconVerticalSolidList"/>
    <dgm:cxn modelId="{B69F05E1-D29F-4432-A8F6-1D152AD31B87}" type="presParOf" srcId="{2F67E08A-3654-4107-8A2D-95311887699B}" destId="{B477319E-5E32-4967-8137-212C4412B898}" srcOrd="0" destOrd="0" presId="urn:microsoft.com/office/officeart/2018/2/layout/IconVerticalSolidList"/>
    <dgm:cxn modelId="{B96928EC-0240-494F-A8CF-8C98FC6CCBE1}" type="presParOf" srcId="{2F67E08A-3654-4107-8A2D-95311887699B}" destId="{27844726-22B5-4B55-9AAF-F5012349F21A}" srcOrd="1" destOrd="0" presId="urn:microsoft.com/office/officeart/2018/2/layout/IconVerticalSolidList"/>
    <dgm:cxn modelId="{100BA93A-3852-45DB-9A1C-427EDB7DC937}" type="presParOf" srcId="{2F67E08A-3654-4107-8A2D-95311887699B}" destId="{9FCEB389-EC86-4C70-AC81-6154FF615F3D}" srcOrd="2" destOrd="0" presId="urn:microsoft.com/office/officeart/2018/2/layout/IconVerticalSolidList"/>
    <dgm:cxn modelId="{08333FBD-D728-4E07-B012-436A492117E3}" type="presParOf" srcId="{2F67E08A-3654-4107-8A2D-95311887699B}" destId="{C0628B99-55A0-4134-8209-0A98ADEB53B2}" srcOrd="3" destOrd="0" presId="urn:microsoft.com/office/officeart/2018/2/layout/IconVerticalSolidList"/>
    <dgm:cxn modelId="{F364A3E1-AA20-4D95-8418-D0EEC5129FBF}" type="presParOf" srcId="{8894A857-EBA7-462B-BDB4-6DA79D3963F7}" destId="{F1696FB7-94FB-402A-853D-DA05902DDF0F}" srcOrd="1" destOrd="0" presId="urn:microsoft.com/office/officeart/2018/2/layout/IconVerticalSolidList"/>
    <dgm:cxn modelId="{1D7A69BC-B51C-4845-807C-27F8ECB870A8}" type="presParOf" srcId="{8894A857-EBA7-462B-BDB4-6DA79D3963F7}" destId="{A7E273DE-D4E8-457B-BCB3-A90A14B0B9B7}" srcOrd="2" destOrd="0" presId="urn:microsoft.com/office/officeart/2018/2/layout/IconVerticalSolidList"/>
    <dgm:cxn modelId="{A8C0872F-FDEF-43D5-BAEC-25DD8EE559D5}" type="presParOf" srcId="{A7E273DE-D4E8-457B-BCB3-A90A14B0B9B7}" destId="{A29ED4AE-AD01-4165-AB04-7458C2F22F0B}" srcOrd="0" destOrd="0" presId="urn:microsoft.com/office/officeart/2018/2/layout/IconVerticalSolidList"/>
    <dgm:cxn modelId="{23B44B02-5937-4E1B-ABBF-AD13A2B80336}" type="presParOf" srcId="{A7E273DE-D4E8-457B-BCB3-A90A14B0B9B7}" destId="{36C8261E-AFAC-43F1-B136-048F61B297E9}" srcOrd="1" destOrd="0" presId="urn:microsoft.com/office/officeart/2018/2/layout/IconVerticalSolidList"/>
    <dgm:cxn modelId="{71FC917C-6FEB-4828-B844-733E8176D775}" type="presParOf" srcId="{A7E273DE-D4E8-457B-BCB3-A90A14B0B9B7}" destId="{FC731F09-8D86-4A64-AC99-948DB01D7802}" srcOrd="2" destOrd="0" presId="urn:microsoft.com/office/officeart/2018/2/layout/IconVerticalSolidList"/>
    <dgm:cxn modelId="{CC8C39B9-FEFF-455F-8D8C-424F4B9DD6F0}" type="presParOf" srcId="{A7E273DE-D4E8-457B-BCB3-A90A14B0B9B7}" destId="{E1BA619C-247E-43AA-854C-A05BE1F67566}" srcOrd="3" destOrd="0" presId="urn:microsoft.com/office/officeart/2018/2/layout/IconVerticalSolidList"/>
    <dgm:cxn modelId="{5DEA4869-25F7-408A-88F1-35FBF282A59A}" type="presParOf" srcId="{8894A857-EBA7-462B-BDB4-6DA79D3963F7}" destId="{EF560273-D6BC-4BEE-B768-6F965B3F1392}" srcOrd="3" destOrd="0" presId="urn:microsoft.com/office/officeart/2018/2/layout/IconVerticalSolidList"/>
    <dgm:cxn modelId="{3D9204B8-6683-48F0-B2E0-FA0EF033314B}" type="presParOf" srcId="{8894A857-EBA7-462B-BDB4-6DA79D3963F7}" destId="{383F6F04-2445-4709-891F-FF1ACAC6C730}" srcOrd="4" destOrd="0" presId="urn:microsoft.com/office/officeart/2018/2/layout/IconVerticalSolidList"/>
    <dgm:cxn modelId="{39F23128-394A-44A1-9515-BD955A10FF54}" type="presParOf" srcId="{383F6F04-2445-4709-891F-FF1ACAC6C730}" destId="{03DAC758-DE52-4988-A37E-171C2BC33951}" srcOrd="0" destOrd="0" presId="urn:microsoft.com/office/officeart/2018/2/layout/IconVerticalSolidList"/>
    <dgm:cxn modelId="{2BDC8E8B-56BC-44DB-9E2B-8A63EB81DE1D}" type="presParOf" srcId="{383F6F04-2445-4709-891F-FF1ACAC6C730}" destId="{15E81FB7-43A9-4AF3-A9C4-F80CE11D8269}" srcOrd="1" destOrd="0" presId="urn:microsoft.com/office/officeart/2018/2/layout/IconVerticalSolidList"/>
    <dgm:cxn modelId="{D0DF4EB4-2B73-4276-9F1C-ACE47ECFA86C}" type="presParOf" srcId="{383F6F04-2445-4709-891F-FF1ACAC6C730}" destId="{FB2E3715-1731-4DED-8535-629F46334FBC}" srcOrd="2" destOrd="0" presId="urn:microsoft.com/office/officeart/2018/2/layout/IconVerticalSolidList"/>
    <dgm:cxn modelId="{64B18265-0B0A-486D-AA1A-4529ED4E85B7}" type="presParOf" srcId="{383F6F04-2445-4709-891F-FF1ACAC6C730}" destId="{D8E1AF64-B31C-4709-81AD-0837996DBDC9}" srcOrd="3" destOrd="0" presId="urn:microsoft.com/office/officeart/2018/2/layout/IconVerticalSolidList"/>
    <dgm:cxn modelId="{752195F7-EA7A-4AED-B83E-446BDDE4A3D2}" type="presParOf" srcId="{8894A857-EBA7-462B-BDB4-6DA79D3963F7}" destId="{6A42E891-ADAA-4329-9431-F678A110EE39}" srcOrd="5" destOrd="0" presId="urn:microsoft.com/office/officeart/2018/2/layout/IconVerticalSolidList"/>
    <dgm:cxn modelId="{E81BE5BE-18A7-4059-BE9C-CC1639DDA02B}" type="presParOf" srcId="{8894A857-EBA7-462B-BDB4-6DA79D3963F7}" destId="{B4EBFC91-1078-4D82-8DAB-D0A08BB89863}" srcOrd="6" destOrd="0" presId="urn:microsoft.com/office/officeart/2018/2/layout/IconVerticalSolidList"/>
    <dgm:cxn modelId="{F0E076EB-A1F1-4A20-A5AF-F5DD14E62469}" type="presParOf" srcId="{B4EBFC91-1078-4D82-8DAB-D0A08BB89863}" destId="{B2AE2EE4-1D77-418C-ADB8-B7B11ACF0F63}" srcOrd="0" destOrd="0" presId="urn:microsoft.com/office/officeart/2018/2/layout/IconVerticalSolidList"/>
    <dgm:cxn modelId="{29CC62C8-4CB6-47C9-A7E3-5229E833861E}" type="presParOf" srcId="{B4EBFC91-1078-4D82-8DAB-D0A08BB89863}" destId="{9148984A-CEF0-40A5-8B91-F0E65A94298E}" srcOrd="1" destOrd="0" presId="urn:microsoft.com/office/officeart/2018/2/layout/IconVerticalSolidList"/>
    <dgm:cxn modelId="{1CB50CF3-1CF5-4369-A40B-5FAAFCC3E12D}" type="presParOf" srcId="{B4EBFC91-1078-4D82-8DAB-D0A08BB89863}" destId="{8331B676-E170-432B-8D53-778BBB66ACAB}" srcOrd="2" destOrd="0" presId="urn:microsoft.com/office/officeart/2018/2/layout/IconVerticalSolidList"/>
    <dgm:cxn modelId="{D937A911-1AA3-4429-8897-70F0F8C5B7C5}" type="presParOf" srcId="{B4EBFC91-1078-4D82-8DAB-D0A08BB89863}" destId="{EF54BD73-6F37-45A4-8F33-AA66E753655E}" srcOrd="3" destOrd="0" presId="urn:microsoft.com/office/officeart/2018/2/layout/IconVerticalSolidList"/>
    <dgm:cxn modelId="{8C7AC8A4-08F5-4BB2-B57E-ECF56DE2C230}" type="presParOf" srcId="{8894A857-EBA7-462B-BDB4-6DA79D3963F7}" destId="{FE21B63E-F46A-4AB7-B6C9-1817624AAA15}" srcOrd="7" destOrd="0" presId="urn:microsoft.com/office/officeart/2018/2/layout/IconVerticalSolidList"/>
    <dgm:cxn modelId="{6AE1FD18-8140-4800-88C1-5081C89AE48B}" type="presParOf" srcId="{8894A857-EBA7-462B-BDB4-6DA79D3963F7}" destId="{6D48F882-727D-464D-96F6-94BC198A5CBC}" srcOrd="8" destOrd="0" presId="urn:microsoft.com/office/officeart/2018/2/layout/IconVerticalSolidList"/>
    <dgm:cxn modelId="{A9641D7A-662F-433F-B479-3871BB0E86D5}" type="presParOf" srcId="{6D48F882-727D-464D-96F6-94BC198A5CBC}" destId="{95A56626-6353-450C-AB46-E51E35664913}" srcOrd="0" destOrd="0" presId="urn:microsoft.com/office/officeart/2018/2/layout/IconVerticalSolidList"/>
    <dgm:cxn modelId="{82F9DDBD-E65E-43CB-B118-24AB692710C7}" type="presParOf" srcId="{6D48F882-727D-464D-96F6-94BC198A5CBC}" destId="{A1AD97F6-1CEB-4408-8354-B825420E0DEF}" srcOrd="1" destOrd="0" presId="urn:microsoft.com/office/officeart/2018/2/layout/IconVerticalSolidList"/>
    <dgm:cxn modelId="{4BEED705-699B-4982-8FBF-B2F5A65C00A2}" type="presParOf" srcId="{6D48F882-727D-464D-96F6-94BC198A5CBC}" destId="{FF0C081D-6F5D-449D-8255-57F2024D8A10}" srcOrd="2" destOrd="0" presId="urn:microsoft.com/office/officeart/2018/2/layout/IconVerticalSolidList"/>
    <dgm:cxn modelId="{07A289EB-2462-4CE3-B03F-99F12B44A2BF}" type="presParOf" srcId="{6D48F882-727D-464D-96F6-94BC198A5CBC}" destId="{46198EA6-D05D-4CFC-8185-3AEA429067A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C51F701-D5FD-4DF1-B357-F0AD3860D988}" type="doc">
      <dgm:prSet loTypeId="urn:microsoft.com/office/officeart/2005/8/layout/matrix3" loCatId="matrix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E8A1A51-A87A-4F2F-975E-99B0B735D7C8}">
      <dgm:prSet/>
      <dgm:spPr/>
      <dgm:t>
        <a:bodyPr/>
        <a:lstStyle/>
        <a:p>
          <a:r>
            <a:rPr lang="en-US" dirty="0"/>
            <a:t>Se utilizará Scrum adaptado:</a:t>
          </a:r>
        </a:p>
      </dgm:t>
    </dgm:pt>
    <dgm:pt modelId="{F378BE1B-1C17-4148-BB53-A187633477EB}" type="parTrans" cxnId="{220C4604-F308-4F1D-82F0-7F95B9043269}">
      <dgm:prSet/>
      <dgm:spPr/>
      <dgm:t>
        <a:bodyPr/>
        <a:lstStyle/>
        <a:p>
          <a:endParaRPr lang="en-US"/>
        </a:p>
      </dgm:t>
    </dgm:pt>
    <dgm:pt modelId="{71C3FD25-B476-4577-B74A-BF28F956B4C8}" type="sibTrans" cxnId="{220C4604-F308-4F1D-82F0-7F95B9043269}">
      <dgm:prSet/>
      <dgm:spPr/>
      <dgm:t>
        <a:bodyPr/>
        <a:lstStyle/>
        <a:p>
          <a:endParaRPr lang="en-US"/>
        </a:p>
      </dgm:t>
    </dgm:pt>
    <dgm:pt modelId="{1415E1BB-C92C-4348-974D-E35F417B0D89}">
      <dgm:prSet/>
      <dgm:spPr/>
      <dgm:t>
        <a:bodyPr/>
        <a:lstStyle/>
        <a:p>
          <a:r>
            <a:rPr lang="en-US"/>
            <a:t>• Sprints</a:t>
          </a:r>
          <a:r>
            <a:rPr lang="es-CL"/>
            <a:t> por fases</a:t>
          </a:r>
          <a:r>
            <a:rPr lang="en-US"/>
            <a:t>.</a:t>
          </a:r>
        </a:p>
      </dgm:t>
    </dgm:pt>
    <dgm:pt modelId="{4597C6A5-8FBC-4AF4-8AF8-5C98656D22C1}" type="parTrans" cxnId="{2D7DBA51-5E7D-4BFC-90FC-F23AA7274D47}">
      <dgm:prSet/>
      <dgm:spPr/>
      <dgm:t>
        <a:bodyPr/>
        <a:lstStyle/>
        <a:p>
          <a:endParaRPr lang="en-US"/>
        </a:p>
      </dgm:t>
    </dgm:pt>
    <dgm:pt modelId="{4EFD06E4-2CE1-40C9-ABD1-0F41D709496C}" type="sibTrans" cxnId="{2D7DBA51-5E7D-4BFC-90FC-F23AA7274D47}">
      <dgm:prSet/>
      <dgm:spPr/>
      <dgm:t>
        <a:bodyPr/>
        <a:lstStyle/>
        <a:p>
          <a:endParaRPr lang="en-US"/>
        </a:p>
      </dgm:t>
    </dgm:pt>
    <dgm:pt modelId="{9FD72E02-6489-49BD-8B97-5C44A63DD3A3}">
      <dgm:prSet/>
      <dgm:spPr/>
      <dgm:t>
        <a:bodyPr/>
        <a:lstStyle/>
        <a:p>
          <a:r>
            <a:rPr lang="en-US"/>
            <a:t>• Entregables incrementales.</a:t>
          </a:r>
        </a:p>
      </dgm:t>
    </dgm:pt>
    <dgm:pt modelId="{B7267109-6C4B-4FEF-8E51-D32F13BBE391}" type="parTrans" cxnId="{BFBB11A7-23DC-431B-B6D6-E54DCA14C6F2}">
      <dgm:prSet/>
      <dgm:spPr/>
      <dgm:t>
        <a:bodyPr/>
        <a:lstStyle/>
        <a:p>
          <a:endParaRPr lang="en-US"/>
        </a:p>
      </dgm:t>
    </dgm:pt>
    <dgm:pt modelId="{0690201E-9524-49B4-8103-58CE32E3F943}" type="sibTrans" cxnId="{BFBB11A7-23DC-431B-B6D6-E54DCA14C6F2}">
      <dgm:prSet/>
      <dgm:spPr/>
      <dgm:t>
        <a:bodyPr/>
        <a:lstStyle/>
        <a:p>
          <a:endParaRPr lang="en-US"/>
        </a:p>
      </dgm:t>
    </dgm:pt>
    <dgm:pt modelId="{975DD107-D3B9-4A37-83CD-DCC7795E7FB6}">
      <dgm:prSet/>
      <dgm:spPr/>
      <dgm:t>
        <a:bodyPr/>
        <a:lstStyle/>
        <a:p>
          <a:r>
            <a:rPr lang="en-US"/>
            <a:t>• Prioridad basada en valor para la comunidad.</a:t>
          </a:r>
        </a:p>
      </dgm:t>
    </dgm:pt>
    <dgm:pt modelId="{A74A7B7A-EE35-4918-A3EF-9C349AB2EC21}" type="parTrans" cxnId="{BFC99F43-8FF6-477E-8D53-DE79DA24963C}">
      <dgm:prSet/>
      <dgm:spPr/>
      <dgm:t>
        <a:bodyPr/>
        <a:lstStyle/>
        <a:p>
          <a:endParaRPr lang="en-US"/>
        </a:p>
      </dgm:t>
    </dgm:pt>
    <dgm:pt modelId="{16B91EC9-F7F1-468F-B50B-69A4BCB0812E}" type="sibTrans" cxnId="{BFC99F43-8FF6-477E-8D53-DE79DA24963C}">
      <dgm:prSet/>
      <dgm:spPr/>
      <dgm:t>
        <a:bodyPr/>
        <a:lstStyle/>
        <a:p>
          <a:endParaRPr lang="en-US"/>
        </a:p>
      </dgm:t>
    </dgm:pt>
    <dgm:pt modelId="{C8C7FD6C-E18B-4CD9-B785-60E686FCD9A8}" type="pres">
      <dgm:prSet presAssocID="{BC51F701-D5FD-4DF1-B357-F0AD3860D988}" presName="matrix" presStyleCnt="0">
        <dgm:presLayoutVars>
          <dgm:chMax val="1"/>
          <dgm:dir/>
          <dgm:resizeHandles val="exact"/>
        </dgm:presLayoutVars>
      </dgm:prSet>
      <dgm:spPr/>
    </dgm:pt>
    <dgm:pt modelId="{AA4554AC-550C-4AFF-9025-3954FF0F0718}" type="pres">
      <dgm:prSet presAssocID="{BC51F701-D5FD-4DF1-B357-F0AD3860D988}" presName="diamond" presStyleLbl="bgShp" presStyleIdx="0" presStyleCnt="1"/>
      <dgm:spPr/>
    </dgm:pt>
    <dgm:pt modelId="{B8D38889-0D42-4552-8A29-16E3B290EDDA}" type="pres">
      <dgm:prSet presAssocID="{BC51F701-D5FD-4DF1-B357-F0AD3860D988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AA2E973-F6B5-4D46-AE52-F75A52066863}" type="pres">
      <dgm:prSet presAssocID="{BC51F701-D5FD-4DF1-B357-F0AD3860D988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8392FA7-2F76-4702-B0AD-D2D9894D676E}" type="pres">
      <dgm:prSet presAssocID="{BC51F701-D5FD-4DF1-B357-F0AD3860D988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2B96599-1A28-4BDD-9F27-F32E37E9D03A}" type="pres">
      <dgm:prSet presAssocID="{BC51F701-D5FD-4DF1-B357-F0AD3860D988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20C4604-F308-4F1D-82F0-7F95B9043269}" srcId="{BC51F701-D5FD-4DF1-B357-F0AD3860D988}" destId="{7E8A1A51-A87A-4F2F-975E-99B0B735D7C8}" srcOrd="0" destOrd="0" parTransId="{F378BE1B-1C17-4148-BB53-A187633477EB}" sibTransId="{71C3FD25-B476-4577-B74A-BF28F956B4C8}"/>
    <dgm:cxn modelId="{BCF2680E-E02D-4BDF-A72B-BF804B496A10}" type="presOf" srcId="{7E8A1A51-A87A-4F2F-975E-99B0B735D7C8}" destId="{B8D38889-0D42-4552-8A29-16E3B290EDDA}" srcOrd="0" destOrd="0" presId="urn:microsoft.com/office/officeart/2005/8/layout/matrix3"/>
    <dgm:cxn modelId="{94422E1A-BF57-473E-802D-F5C52F0D5659}" type="presOf" srcId="{975DD107-D3B9-4A37-83CD-DCC7795E7FB6}" destId="{E2B96599-1A28-4BDD-9F27-F32E37E9D03A}" srcOrd="0" destOrd="0" presId="urn:microsoft.com/office/officeart/2005/8/layout/matrix3"/>
    <dgm:cxn modelId="{3C1A235C-4B37-4532-BC6A-09088D175350}" type="presOf" srcId="{9FD72E02-6489-49BD-8B97-5C44A63DD3A3}" destId="{68392FA7-2F76-4702-B0AD-D2D9894D676E}" srcOrd="0" destOrd="0" presId="urn:microsoft.com/office/officeart/2005/8/layout/matrix3"/>
    <dgm:cxn modelId="{BFC99F43-8FF6-477E-8D53-DE79DA24963C}" srcId="{BC51F701-D5FD-4DF1-B357-F0AD3860D988}" destId="{975DD107-D3B9-4A37-83CD-DCC7795E7FB6}" srcOrd="3" destOrd="0" parTransId="{A74A7B7A-EE35-4918-A3EF-9C349AB2EC21}" sibTransId="{16B91EC9-F7F1-468F-B50B-69A4BCB0812E}"/>
    <dgm:cxn modelId="{2D7DBA51-5E7D-4BFC-90FC-F23AA7274D47}" srcId="{BC51F701-D5FD-4DF1-B357-F0AD3860D988}" destId="{1415E1BB-C92C-4348-974D-E35F417B0D89}" srcOrd="1" destOrd="0" parTransId="{4597C6A5-8FBC-4AF4-8AF8-5C98656D22C1}" sibTransId="{4EFD06E4-2CE1-40C9-ABD1-0F41D709496C}"/>
    <dgm:cxn modelId="{120BED98-164D-496E-8F62-50F399383B7B}" type="presOf" srcId="{1415E1BB-C92C-4348-974D-E35F417B0D89}" destId="{CAA2E973-F6B5-4D46-AE52-F75A52066863}" srcOrd="0" destOrd="0" presId="urn:microsoft.com/office/officeart/2005/8/layout/matrix3"/>
    <dgm:cxn modelId="{BFBB11A7-23DC-431B-B6D6-E54DCA14C6F2}" srcId="{BC51F701-D5FD-4DF1-B357-F0AD3860D988}" destId="{9FD72E02-6489-49BD-8B97-5C44A63DD3A3}" srcOrd="2" destOrd="0" parTransId="{B7267109-6C4B-4FEF-8E51-D32F13BBE391}" sibTransId="{0690201E-9524-49B4-8103-58CE32E3F943}"/>
    <dgm:cxn modelId="{FD2AC3CE-9956-403C-AD9F-AC4A76178AD1}" type="presOf" srcId="{BC51F701-D5FD-4DF1-B357-F0AD3860D988}" destId="{C8C7FD6C-E18B-4CD9-B785-60E686FCD9A8}" srcOrd="0" destOrd="0" presId="urn:microsoft.com/office/officeart/2005/8/layout/matrix3"/>
    <dgm:cxn modelId="{135A9935-8762-4C97-811E-AB17A19E2439}" type="presParOf" srcId="{C8C7FD6C-E18B-4CD9-B785-60E686FCD9A8}" destId="{AA4554AC-550C-4AFF-9025-3954FF0F0718}" srcOrd="0" destOrd="0" presId="urn:microsoft.com/office/officeart/2005/8/layout/matrix3"/>
    <dgm:cxn modelId="{C0B4BA26-5377-41C4-9B17-D7F7291FE4A8}" type="presParOf" srcId="{C8C7FD6C-E18B-4CD9-B785-60E686FCD9A8}" destId="{B8D38889-0D42-4552-8A29-16E3B290EDDA}" srcOrd="1" destOrd="0" presId="urn:microsoft.com/office/officeart/2005/8/layout/matrix3"/>
    <dgm:cxn modelId="{8D119E22-08FA-400B-8B31-1D0EF5756580}" type="presParOf" srcId="{C8C7FD6C-E18B-4CD9-B785-60E686FCD9A8}" destId="{CAA2E973-F6B5-4D46-AE52-F75A52066863}" srcOrd="2" destOrd="0" presId="urn:microsoft.com/office/officeart/2005/8/layout/matrix3"/>
    <dgm:cxn modelId="{1F768EBE-90D8-43F0-834C-8D32430BC7EE}" type="presParOf" srcId="{C8C7FD6C-E18B-4CD9-B785-60E686FCD9A8}" destId="{68392FA7-2F76-4702-B0AD-D2D9894D676E}" srcOrd="3" destOrd="0" presId="urn:microsoft.com/office/officeart/2005/8/layout/matrix3"/>
    <dgm:cxn modelId="{E5A33A81-1E1C-4EFD-A880-AA7B6D99651E}" type="presParOf" srcId="{C8C7FD6C-E18B-4CD9-B785-60E686FCD9A8}" destId="{E2B96599-1A28-4BDD-9F27-F32E37E9D03A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903DB70-DAD5-409C-9D94-D9ECC71E6E9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38880342-EB30-4784-A337-316E948F840B}">
      <dgm:prSet/>
      <dgm:spPr/>
      <dgm:t>
        <a:bodyPr/>
        <a:lstStyle/>
        <a:p>
          <a:r>
            <a:rPr lang="en-US"/>
            <a:t>1. Análisis y levantamiento.</a:t>
          </a:r>
        </a:p>
      </dgm:t>
    </dgm:pt>
    <dgm:pt modelId="{3468EA5A-B802-44E4-9543-D15DF4FD1EB7}" type="parTrans" cxnId="{1C1EB1D6-5527-4D7E-98C1-EBBCA3C3C7BD}">
      <dgm:prSet/>
      <dgm:spPr/>
      <dgm:t>
        <a:bodyPr/>
        <a:lstStyle/>
        <a:p>
          <a:endParaRPr lang="en-US"/>
        </a:p>
      </dgm:t>
    </dgm:pt>
    <dgm:pt modelId="{4FDEDC10-9DE6-45A5-B825-AF729F6AC8A0}" type="sibTrans" cxnId="{1C1EB1D6-5527-4D7E-98C1-EBBCA3C3C7BD}">
      <dgm:prSet/>
      <dgm:spPr/>
      <dgm:t>
        <a:bodyPr/>
        <a:lstStyle/>
        <a:p>
          <a:endParaRPr lang="en-US"/>
        </a:p>
      </dgm:t>
    </dgm:pt>
    <dgm:pt modelId="{464C1BE2-32FE-4956-B22A-6DE8593F3467}">
      <dgm:prSet/>
      <dgm:spPr/>
      <dgm:t>
        <a:bodyPr/>
        <a:lstStyle/>
        <a:p>
          <a:r>
            <a:rPr lang="en-US"/>
            <a:t>2. Diseño funcional, GUI y BD.</a:t>
          </a:r>
        </a:p>
      </dgm:t>
    </dgm:pt>
    <dgm:pt modelId="{0E28F3ED-5E78-4E5E-8792-0B04ED9EB260}" type="parTrans" cxnId="{72D3577F-E149-459A-81DD-8DE48574E46B}">
      <dgm:prSet/>
      <dgm:spPr/>
      <dgm:t>
        <a:bodyPr/>
        <a:lstStyle/>
        <a:p>
          <a:endParaRPr lang="en-US"/>
        </a:p>
      </dgm:t>
    </dgm:pt>
    <dgm:pt modelId="{B5B6287F-CEDE-4341-9DC0-F22840F64A0B}" type="sibTrans" cxnId="{72D3577F-E149-459A-81DD-8DE48574E46B}">
      <dgm:prSet/>
      <dgm:spPr/>
      <dgm:t>
        <a:bodyPr/>
        <a:lstStyle/>
        <a:p>
          <a:endParaRPr lang="en-US"/>
        </a:p>
      </dgm:t>
    </dgm:pt>
    <dgm:pt modelId="{3415C3FB-E8DA-4FFE-8ECB-594482822E56}">
      <dgm:prSet/>
      <dgm:spPr/>
      <dgm:t>
        <a:bodyPr/>
        <a:lstStyle/>
        <a:p>
          <a:r>
            <a:rPr lang="en-US"/>
            <a:t>3. Desarrollo iterativo.</a:t>
          </a:r>
        </a:p>
      </dgm:t>
    </dgm:pt>
    <dgm:pt modelId="{D34385F3-3DB0-4D0C-B0F1-5BED7310F4F4}" type="parTrans" cxnId="{18A15640-7829-488F-9B73-ECF860CA1613}">
      <dgm:prSet/>
      <dgm:spPr/>
      <dgm:t>
        <a:bodyPr/>
        <a:lstStyle/>
        <a:p>
          <a:endParaRPr lang="en-US"/>
        </a:p>
      </dgm:t>
    </dgm:pt>
    <dgm:pt modelId="{379BF0A2-E82B-46D8-B7FC-1D42A4CD5103}" type="sibTrans" cxnId="{18A15640-7829-488F-9B73-ECF860CA1613}">
      <dgm:prSet/>
      <dgm:spPr/>
      <dgm:t>
        <a:bodyPr/>
        <a:lstStyle/>
        <a:p>
          <a:endParaRPr lang="en-US"/>
        </a:p>
      </dgm:t>
    </dgm:pt>
    <dgm:pt modelId="{1C034017-EF11-4A0E-992A-C601E53D3520}">
      <dgm:prSet/>
      <dgm:spPr/>
      <dgm:t>
        <a:bodyPr/>
        <a:lstStyle/>
        <a:p>
          <a:r>
            <a:rPr lang="en-US" dirty="0"/>
            <a:t>4. Pruebas.</a:t>
          </a:r>
        </a:p>
      </dgm:t>
    </dgm:pt>
    <dgm:pt modelId="{5AED07DE-323A-48AF-A11F-C299F15860C7}" type="parTrans" cxnId="{DA914BBD-C055-4FCE-85CE-570B628D3F12}">
      <dgm:prSet/>
      <dgm:spPr/>
      <dgm:t>
        <a:bodyPr/>
        <a:lstStyle/>
        <a:p>
          <a:endParaRPr lang="en-US"/>
        </a:p>
      </dgm:t>
    </dgm:pt>
    <dgm:pt modelId="{3354CE5D-6A6D-485E-B632-51B07C29ED27}" type="sibTrans" cxnId="{DA914BBD-C055-4FCE-85CE-570B628D3F12}">
      <dgm:prSet/>
      <dgm:spPr/>
      <dgm:t>
        <a:bodyPr/>
        <a:lstStyle/>
        <a:p>
          <a:endParaRPr lang="en-US"/>
        </a:p>
      </dgm:t>
    </dgm:pt>
    <dgm:pt modelId="{C8E7A15D-6B3E-4A5A-A800-FEEBA097944E}">
      <dgm:prSet/>
      <dgm:spPr/>
      <dgm:t>
        <a:bodyPr/>
        <a:lstStyle/>
        <a:p>
          <a:r>
            <a:rPr lang="en-US" dirty="0"/>
            <a:t>5. Implementación.</a:t>
          </a:r>
        </a:p>
      </dgm:t>
    </dgm:pt>
    <dgm:pt modelId="{B3AFA2D2-E3B9-4819-9B80-722DBFB9FD70}" type="parTrans" cxnId="{E67D9F28-2D1E-4F74-A508-5888733BAC31}">
      <dgm:prSet/>
      <dgm:spPr/>
      <dgm:t>
        <a:bodyPr/>
        <a:lstStyle/>
        <a:p>
          <a:endParaRPr lang="en-US"/>
        </a:p>
      </dgm:t>
    </dgm:pt>
    <dgm:pt modelId="{2705229A-B4D1-4550-B640-CAA538F4B2EB}" type="sibTrans" cxnId="{E67D9F28-2D1E-4F74-A508-5888733BAC31}">
      <dgm:prSet/>
      <dgm:spPr/>
      <dgm:t>
        <a:bodyPr/>
        <a:lstStyle/>
        <a:p>
          <a:endParaRPr lang="en-US"/>
        </a:p>
      </dgm:t>
    </dgm:pt>
    <dgm:pt modelId="{93B55C7B-9A6A-4340-A712-4A5E5246C2FA}">
      <dgm:prSet/>
      <dgm:spPr/>
      <dgm:t>
        <a:bodyPr/>
        <a:lstStyle/>
        <a:p>
          <a:r>
            <a:rPr lang="en-US"/>
            <a:t>6. Cierre y evaluación del impacto.</a:t>
          </a:r>
        </a:p>
      </dgm:t>
    </dgm:pt>
    <dgm:pt modelId="{89F73ABD-97C4-4313-96C9-543B953796D7}" type="parTrans" cxnId="{A2376B52-C330-414D-BA96-51A882CB12B6}">
      <dgm:prSet/>
      <dgm:spPr/>
      <dgm:t>
        <a:bodyPr/>
        <a:lstStyle/>
        <a:p>
          <a:endParaRPr lang="en-US"/>
        </a:p>
      </dgm:t>
    </dgm:pt>
    <dgm:pt modelId="{FFC37C4C-8C7E-4D07-A91D-ED278FD8391D}" type="sibTrans" cxnId="{A2376B52-C330-414D-BA96-51A882CB12B6}">
      <dgm:prSet/>
      <dgm:spPr/>
      <dgm:t>
        <a:bodyPr/>
        <a:lstStyle/>
        <a:p>
          <a:endParaRPr lang="en-US"/>
        </a:p>
      </dgm:t>
    </dgm:pt>
    <dgm:pt modelId="{92DA2DD7-E0EE-48D2-8AEC-8E16D04F2A77}" type="pres">
      <dgm:prSet presAssocID="{B903DB70-DAD5-409C-9D94-D9ECC71E6E9C}" presName="root" presStyleCnt="0">
        <dgm:presLayoutVars>
          <dgm:dir/>
          <dgm:resizeHandles val="exact"/>
        </dgm:presLayoutVars>
      </dgm:prSet>
      <dgm:spPr/>
    </dgm:pt>
    <dgm:pt modelId="{7166C144-5CDE-4CDD-9506-B2991DB8C533}" type="pres">
      <dgm:prSet presAssocID="{38880342-EB30-4784-A337-316E948F840B}" presName="compNode" presStyleCnt="0"/>
      <dgm:spPr/>
    </dgm:pt>
    <dgm:pt modelId="{5C407B5C-5EE2-42E8-985A-AC1ED23E8387}" type="pres">
      <dgm:prSet presAssocID="{38880342-EB30-4784-A337-316E948F840B}" presName="bgRect" presStyleLbl="bgShp" presStyleIdx="0" presStyleCnt="6"/>
      <dgm:spPr/>
    </dgm:pt>
    <dgm:pt modelId="{AC8D3494-B7B5-4485-BB13-63F6170273B0}" type="pres">
      <dgm:prSet presAssocID="{38880342-EB30-4784-A337-316E948F840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B4203F33-FAF9-48EE-9533-51F83A6EADD4}" type="pres">
      <dgm:prSet presAssocID="{38880342-EB30-4784-A337-316E948F840B}" presName="spaceRect" presStyleCnt="0"/>
      <dgm:spPr/>
    </dgm:pt>
    <dgm:pt modelId="{6F92B676-8F9F-411A-AB66-25379A37632D}" type="pres">
      <dgm:prSet presAssocID="{38880342-EB30-4784-A337-316E948F840B}" presName="parTx" presStyleLbl="revTx" presStyleIdx="0" presStyleCnt="6">
        <dgm:presLayoutVars>
          <dgm:chMax val="0"/>
          <dgm:chPref val="0"/>
        </dgm:presLayoutVars>
      </dgm:prSet>
      <dgm:spPr/>
    </dgm:pt>
    <dgm:pt modelId="{B1CC67EB-0AB6-4134-83A0-07F103508ED1}" type="pres">
      <dgm:prSet presAssocID="{4FDEDC10-9DE6-45A5-B825-AF729F6AC8A0}" presName="sibTrans" presStyleCnt="0"/>
      <dgm:spPr/>
    </dgm:pt>
    <dgm:pt modelId="{FF700CEE-F976-4D0D-9BF9-6FEA0BE3E963}" type="pres">
      <dgm:prSet presAssocID="{464C1BE2-32FE-4956-B22A-6DE8593F3467}" presName="compNode" presStyleCnt="0"/>
      <dgm:spPr/>
    </dgm:pt>
    <dgm:pt modelId="{3DE249AC-9F4E-4E68-AC2B-510B93FA28E7}" type="pres">
      <dgm:prSet presAssocID="{464C1BE2-32FE-4956-B22A-6DE8593F3467}" presName="bgRect" presStyleLbl="bgShp" presStyleIdx="1" presStyleCnt="6"/>
      <dgm:spPr/>
    </dgm:pt>
    <dgm:pt modelId="{239E7E94-1AF3-4299-980D-6DCD9F387051}" type="pres">
      <dgm:prSet presAssocID="{464C1BE2-32FE-4956-B22A-6DE8593F346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BE0C9984-5433-483B-99A1-D2DFD9AE5211}" type="pres">
      <dgm:prSet presAssocID="{464C1BE2-32FE-4956-B22A-6DE8593F3467}" presName="spaceRect" presStyleCnt="0"/>
      <dgm:spPr/>
    </dgm:pt>
    <dgm:pt modelId="{17AF1788-5EC3-4BD2-939C-DCD8019FBA03}" type="pres">
      <dgm:prSet presAssocID="{464C1BE2-32FE-4956-B22A-6DE8593F3467}" presName="parTx" presStyleLbl="revTx" presStyleIdx="1" presStyleCnt="6">
        <dgm:presLayoutVars>
          <dgm:chMax val="0"/>
          <dgm:chPref val="0"/>
        </dgm:presLayoutVars>
      </dgm:prSet>
      <dgm:spPr/>
    </dgm:pt>
    <dgm:pt modelId="{A0A94CEF-4989-43BB-A497-42310FEFCF19}" type="pres">
      <dgm:prSet presAssocID="{B5B6287F-CEDE-4341-9DC0-F22840F64A0B}" presName="sibTrans" presStyleCnt="0"/>
      <dgm:spPr/>
    </dgm:pt>
    <dgm:pt modelId="{A6BB9961-39C6-4721-AE13-23F3A75EC5DE}" type="pres">
      <dgm:prSet presAssocID="{3415C3FB-E8DA-4FFE-8ECB-594482822E56}" presName="compNode" presStyleCnt="0"/>
      <dgm:spPr/>
    </dgm:pt>
    <dgm:pt modelId="{A6F7A298-4450-4FD7-9E0A-E92904F750E8}" type="pres">
      <dgm:prSet presAssocID="{3415C3FB-E8DA-4FFE-8ECB-594482822E56}" presName="bgRect" presStyleLbl="bgShp" presStyleIdx="2" presStyleCnt="6"/>
      <dgm:spPr/>
    </dgm:pt>
    <dgm:pt modelId="{1C5723E8-0015-46CE-87AE-990CFAB1BBF5}" type="pres">
      <dgm:prSet presAssocID="{3415C3FB-E8DA-4FFE-8ECB-594482822E5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9A5CC791-AFFA-4E5E-9818-0152B6CFE890}" type="pres">
      <dgm:prSet presAssocID="{3415C3FB-E8DA-4FFE-8ECB-594482822E56}" presName="spaceRect" presStyleCnt="0"/>
      <dgm:spPr/>
    </dgm:pt>
    <dgm:pt modelId="{4137E32D-38D7-45F2-A76C-F68CA45661C2}" type="pres">
      <dgm:prSet presAssocID="{3415C3FB-E8DA-4FFE-8ECB-594482822E56}" presName="parTx" presStyleLbl="revTx" presStyleIdx="2" presStyleCnt="6">
        <dgm:presLayoutVars>
          <dgm:chMax val="0"/>
          <dgm:chPref val="0"/>
        </dgm:presLayoutVars>
      </dgm:prSet>
      <dgm:spPr/>
    </dgm:pt>
    <dgm:pt modelId="{FE924CD1-27CC-4DDB-BFE9-C41B9470D7A3}" type="pres">
      <dgm:prSet presAssocID="{379BF0A2-E82B-46D8-B7FC-1D42A4CD5103}" presName="sibTrans" presStyleCnt="0"/>
      <dgm:spPr/>
    </dgm:pt>
    <dgm:pt modelId="{D49561D9-0082-4CB2-8D17-A2D1B5E01F7B}" type="pres">
      <dgm:prSet presAssocID="{1C034017-EF11-4A0E-992A-C601E53D3520}" presName="compNode" presStyleCnt="0"/>
      <dgm:spPr/>
    </dgm:pt>
    <dgm:pt modelId="{852A314F-DD25-45F9-9538-947F2808C120}" type="pres">
      <dgm:prSet presAssocID="{1C034017-EF11-4A0E-992A-C601E53D3520}" presName="bgRect" presStyleLbl="bgShp" presStyleIdx="3" presStyleCnt="6"/>
      <dgm:spPr/>
    </dgm:pt>
    <dgm:pt modelId="{4B59110B-701C-45D2-B562-EB4E487629E9}" type="pres">
      <dgm:prSet presAssocID="{1C034017-EF11-4A0E-992A-C601E53D3520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CCC8A9EC-41A0-4E1F-8069-5A13B7BC564F}" type="pres">
      <dgm:prSet presAssocID="{1C034017-EF11-4A0E-992A-C601E53D3520}" presName="spaceRect" presStyleCnt="0"/>
      <dgm:spPr/>
    </dgm:pt>
    <dgm:pt modelId="{A3FCE625-ABA5-430A-9297-179B8C479E38}" type="pres">
      <dgm:prSet presAssocID="{1C034017-EF11-4A0E-992A-C601E53D3520}" presName="parTx" presStyleLbl="revTx" presStyleIdx="3" presStyleCnt="6">
        <dgm:presLayoutVars>
          <dgm:chMax val="0"/>
          <dgm:chPref val="0"/>
        </dgm:presLayoutVars>
      </dgm:prSet>
      <dgm:spPr/>
    </dgm:pt>
    <dgm:pt modelId="{F6AB2DD5-672E-4985-A056-CF51469A52E0}" type="pres">
      <dgm:prSet presAssocID="{3354CE5D-6A6D-485E-B632-51B07C29ED27}" presName="sibTrans" presStyleCnt="0"/>
      <dgm:spPr/>
    </dgm:pt>
    <dgm:pt modelId="{E8468E1F-8C00-4C2D-AA97-6AD268266ADC}" type="pres">
      <dgm:prSet presAssocID="{C8E7A15D-6B3E-4A5A-A800-FEEBA097944E}" presName="compNode" presStyleCnt="0"/>
      <dgm:spPr/>
    </dgm:pt>
    <dgm:pt modelId="{2E0AF57E-C3BA-456F-8371-067011B33FDA}" type="pres">
      <dgm:prSet presAssocID="{C8E7A15D-6B3E-4A5A-A800-FEEBA097944E}" presName="bgRect" presStyleLbl="bgShp" presStyleIdx="4" presStyleCnt="6"/>
      <dgm:spPr/>
    </dgm:pt>
    <dgm:pt modelId="{2F22DBEA-2758-4774-8085-AEDECE88EA3F}" type="pres">
      <dgm:prSet presAssocID="{C8E7A15D-6B3E-4A5A-A800-FEEBA097944E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1433BD97-35B5-4643-B181-FCF0D53DF4F4}" type="pres">
      <dgm:prSet presAssocID="{C8E7A15D-6B3E-4A5A-A800-FEEBA097944E}" presName="spaceRect" presStyleCnt="0"/>
      <dgm:spPr/>
    </dgm:pt>
    <dgm:pt modelId="{DB5269C6-A061-451A-AD39-0DD905008060}" type="pres">
      <dgm:prSet presAssocID="{C8E7A15D-6B3E-4A5A-A800-FEEBA097944E}" presName="parTx" presStyleLbl="revTx" presStyleIdx="4" presStyleCnt="6">
        <dgm:presLayoutVars>
          <dgm:chMax val="0"/>
          <dgm:chPref val="0"/>
        </dgm:presLayoutVars>
      </dgm:prSet>
      <dgm:spPr/>
    </dgm:pt>
    <dgm:pt modelId="{A15031D7-D192-4D4D-95E4-7A2A0FD20E12}" type="pres">
      <dgm:prSet presAssocID="{2705229A-B4D1-4550-B640-CAA538F4B2EB}" presName="sibTrans" presStyleCnt="0"/>
      <dgm:spPr/>
    </dgm:pt>
    <dgm:pt modelId="{8BDE0D8F-052C-4C86-9ACC-B62843EC0CFC}" type="pres">
      <dgm:prSet presAssocID="{93B55C7B-9A6A-4340-A712-4A5E5246C2FA}" presName="compNode" presStyleCnt="0"/>
      <dgm:spPr/>
    </dgm:pt>
    <dgm:pt modelId="{1BAEB1D9-B6F6-4950-B174-875A752AFCAE}" type="pres">
      <dgm:prSet presAssocID="{93B55C7B-9A6A-4340-A712-4A5E5246C2FA}" presName="bgRect" presStyleLbl="bgShp" presStyleIdx="5" presStyleCnt="6"/>
      <dgm:spPr/>
    </dgm:pt>
    <dgm:pt modelId="{856C4F80-F318-4489-8115-0A6D3E255B74}" type="pres">
      <dgm:prSet presAssocID="{93B55C7B-9A6A-4340-A712-4A5E5246C2FA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03EC766D-A8FB-4DFD-B515-9498B12566E9}" type="pres">
      <dgm:prSet presAssocID="{93B55C7B-9A6A-4340-A712-4A5E5246C2FA}" presName="spaceRect" presStyleCnt="0"/>
      <dgm:spPr/>
    </dgm:pt>
    <dgm:pt modelId="{896D80E9-9D6B-41AC-BFA0-77C585986933}" type="pres">
      <dgm:prSet presAssocID="{93B55C7B-9A6A-4340-A712-4A5E5246C2FA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DB6B806-6C5F-4621-B808-3D1CBA1F87BA}" type="presOf" srcId="{93B55C7B-9A6A-4340-A712-4A5E5246C2FA}" destId="{896D80E9-9D6B-41AC-BFA0-77C585986933}" srcOrd="0" destOrd="0" presId="urn:microsoft.com/office/officeart/2018/2/layout/IconVerticalSolidList"/>
    <dgm:cxn modelId="{84B0AB21-DA35-4511-AE02-26C86A35E92D}" type="presOf" srcId="{464C1BE2-32FE-4956-B22A-6DE8593F3467}" destId="{17AF1788-5EC3-4BD2-939C-DCD8019FBA03}" srcOrd="0" destOrd="0" presId="urn:microsoft.com/office/officeart/2018/2/layout/IconVerticalSolidList"/>
    <dgm:cxn modelId="{E67D9F28-2D1E-4F74-A508-5888733BAC31}" srcId="{B903DB70-DAD5-409C-9D94-D9ECC71E6E9C}" destId="{C8E7A15D-6B3E-4A5A-A800-FEEBA097944E}" srcOrd="4" destOrd="0" parTransId="{B3AFA2D2-E3B9-4819-9B80-722DBFB9FD70}" sibTransId="{2705229A-B4D1-4550-B640-CAA538F4B2EB}"/>
    <dgm:cxn modelId="{18A15640-7829-488F-9B73-ECF860CA1613}" srcId="{B903DB70-DAD5-409C-9D94-D9ECC71E6E9C}" destId="{3415C3FB-E8DA-4FFE-8ECB-594482822E56}" srcOrd="2" destOrd="0" parTransId="{D34385F3-3DB0-4D0C-B0F1-5BED7310F4F4}" sibTransId="{379BF0A2-E82B-46D8-B7FC-1D42A4CD5103}"/>
    <dgm:cxn modelId="{2650C048-94D8-4D70-8C0F-538CD50FF6A1}" type="presOf" srcId="{C8E7A15D-6B3E-4A5A-A800-FEEBA097944E}" destId="{DB5269C6-A061-451A-AD39-0DD905008060}" srcOrd="0" destOrd="0" presId="urn:microsoft.com/office/officeart/2018/2/layout/IconVerticalSolidList"/>
    <dgm:cxn modelId="{A2376B52-C330-414D-BA96-51A882CB12B6}" srcId="{B903DB70-DAD5-409C-9D94-D9ECC71E6E9C}" destId="{93B55C7B-9A6A-4340-A712-4A5E5246C2FA}" srcOrd="5" destOrd="0" parTransId="{89F73ABD-97C4-4313-96C9-543B953796D7}" sibTransId="{FFC37C4C-8C7E-4D07-A91D-ED278FD8391D}"/>
    <dgm:cxn modelId="{72D3577F-E149-459A-81DD-8DE48574E46B}" srcId="{B903DB70-DAD5-409C-9D94-D9ECC71E6E9C}" destId="{464C1BE2-32FE-4956-B22A-6DE8593F3467}" srcOrd="1" destOrd="0" parTransId="{0E28F3ED-5E78-4E5E-8792-0B04ED9EB260}" sibTransId="{B5B6287F-CEDE-4341-9DC0-F22840F64A0B}"/>
    <dgm:cxn modelId="{9CFC4898-45A1-4722-83EF-01B2897D3F86}" type="presOf" srcId="{3415C3FB-E8DA-4FFE-8ECB-594482822E56}" destId="{4137E32D-38D7-45F2-A76C-F68CA45661C2}" srcOrd="0" destOrd="0" presId="urn:microsoft.com/office/officeart/2018/2/layout/IconVerticalSolidList"/>
    <dgm:cxn modelId="{DA914BBD-C055-4FCE-85CE-570B628D3F12}" srcId="{B903DB70-DAD5-409C-9D94-D9ECC71E6E9C}" destId="{1C034017-EF11-4A0E-992A-C601E53D3520}" srcOrd="3" destOrd="0" parTransId="{5AED07DE-323A-48AF-A11F-C299F15860C7}" sibTransId="{3354CE5D-6A6D-485E-B632-51B07C29ED27}"/>
    <dgm:cxn modelId="{098BA0BE-EC40-4019-A75F-B883D80F030A}" type="presOf" srcId="{38880342-EB30-4784-A337-316E948F840B}" destId="{6F92B676-8F9F-411A-AB66-25379A37632D}" srcOrd="0" destOrd="0" presId="urn:microsoft.com/office/officeart/2018/2/layout/IconVerticalSolidList"/>
    <dgm:cxn modelId="{1C1EB1D6-5527-4D7E-98C1-EBBCA3C3C7BD}" srcId="{B903DB70-DAD5-409C-9D94-D9ECC71E6E9C}" destId="{38880342-EB30-4784-A337-316E948F840B}" srcOrd="0" destOrd="0" parTransId="{3468EA5A-B802-44E4-9543-D15DF4FD1EB7}" sibTransId="{4FDEDC10-9DE6-45A5-B825-AF729F6AC8A0}"/>
    <dgm:cxn modelId="{0BC696F7-CABE-4146-A6F1-3098A9896C28}" type="presOf" srcId="{1C034017-EF11-4A0E-992A-C601E53D3520}" destId="{A3FCE625-ABA5-430A-9297-179B8C479E38}" srcOrd="0" destOrd="0" presId="urn:microsoft.com/office/officeart/2018/2/layout/IconVerticalSolidList"/>
    <dgm:cxn modelId="{28F391FA-BE6B-4E46-A1D6-5D96268D0363}" type="presOf" srcId="{B903DB70-DAD5-409C-9D94-D9ECC71E6E9C}" destId="{92DA2DD7-E0EE-48D2-8AEC-8E16D04F2A77}" srcOrd="0" destOrd="0" presId="urn:microsoft.com/office/officeart/2018/2/layout/IconVerticalSolidList"/>
    <dgm:cxn modelId="{9704DAEE-AA38-4EDC-8541-79153296901C}" type="presParOf" srcId="{92DA2DD7-E0EE-48D2-8AEC-8E16D04F2A77}" destId="{7166C144-5CDE-4CDD-9506-B2991DB8C533}" srcOrd="0" destOrd="0" presId="urn:microsoft.com/office/officeart/2018/2/layout/IconVerticalSolidList"/>
    <dgm:cxn modelId="{69A52B3D-267B-411C-A13B-C5BBE1DCFB26}" type="presParOf" srcId="{7166C144-5CDE-4CDD-9506-B2991DB8C533}" destId="{5C407B5C-5EE2-42E8-985A-AC1ED23E8387}" srcOrd="0" destOrd="0" presId="urn:microsoft.com/office/officeart/2018/2/layout/IconVerticalSolidList"/>
    <dgm:cxn modelId="{D4746015-434D-4232-AFAC-3F1508926998}" type="presParOf" srcId="{7166C144-5CDE-4CDD-9506-B2991DB8C533}" destId="{AC8D3494-B7B5-4485-BB13-63F6170273B0}" srcOrd="1" destOrd="0" presId="urn:microsoft.com/office/officeart/2018/2/layout/IconVerticalSolidList"/>
    <dgm:cxn modelId="{995940DF-661A-4B34-8364-E8E75F95E8E9}" type="presParOf" srcId="{7166C144-5CDE-4CDD-9506-B2991DB8C533}" destId="{B4203F33-FAF9-48EE-9533-51F83A6EADD4}" srcOrd="2" destOrd="0" presId="urn:microsoft.com/office/officeart/2018/2/layout/IconVerticalSolidList"/>
    <dgm:cxn modelId="{14351BE8-E7AC-4157-B1CF-BD377F8EF658}" type="presParOf" srcId="{7166C144-5CDE-4CDD-9506-B2991DB8C533}" destId="{6F92B676-8F9F-411A-AB66-25379A37632D}" srcOrd="3" destOrd="0" presId="urn:microsoft.com/office/officeart/2018/2/layout/IconVerticalSolidList"/>
    <dgm:cxn modelId="{0EC05216-4A52-4A2F-A00E-8F1E3D79CE87}" type="presParOf" srcId="{92DA2DD7-E0EE-48D2-8AEC-8E16D04F2A77}" destId="{B1CC67EB-0AB6-4134-83A0-07F103508ED1}" srcOrd="1" destOrd="0" presId="urn:microsoft.com/office/officeart/2018/2/layout/IconVerticalSolidList"/>
    <dgm:cxn modelId="{87D4CCD1-FA71-492E-837E-D69DCAF5E72B}" type="presParOf" srcId="{92DA2DD7-E0EE-48D2-8AEC-8E16D04F2A77}" destId="{FF700CEE-F976-4D0D-9BF9-6FEA0BE3E963}" srcOrd="2" destOrd="0" presId="urn:microsoft.com/office/officeart/2018/2/layout/IconVerticalSolidList"/>
    <dgm:cxn modelId="{931008DE-CAC3-4E55-BB70-8181424FD2CE}" type="presParOf" srcId="{FF700CEE-F976-4D0D-9BF9-6FEA0BE3E963}" destId="{3DE249AC-9F4E-4E68-AC2B-510B93FA28E7}" srcOrd="0" destOrd="0" presId="urn:microsoft.com/office/officeart/2018/2/layout/IconVerticalSolidList"/>
    <dgm:cxn modelId="{D5AA9838-A720-40F6-B4DD-877CDCED3BDF}" type="presParOf" srcId="{FF700CEE-F976-4D0D-9BF9-6FEA0BE3E963}" destId="{239E7E94-1AF3-4299-980D-6DCD9F387051}" srcOrd="1" destOrd="0" presId="urn:microsoft.com/office/officeart/2018/2/layout/IconVerticalSolidList"/>
    <dgm:cxn modelId="{F39393F0-D348-4834-85C1-DDCD152A92FF}" type="presParOf" srcId="{FF700CEE-F976-4D0D-9BF9-6FEA0BE3E963}" destId="{BE0C9984-5433-483B-99A1-D2DFD9AE5211}" srcOrd="2" destOrd="0" presId="urn:microsoft.com/office/officeart/2018/2/layout/IconVerticalSolidList"/>
    <dgm:cxn modelId="{2A8588FE-4A82-41DF-A7C6-134B831E460C}" type="presParOf" srcId="{FF700CEE-F976-4D0D-9BF9-6FEA0BE3E963}" destId="{17AF1788-5EC3-4BD2-939C-DCD8019FBA03}" srcOrd="3" destOrd="0" presId="urn:microsoft.com/office/officeart/2018/2/layout/IconVerticalSolidList"/>
    <dgm:cxn modelId="{EE0279AF-A6FA-4E41-84A3-D134BCD994B9}" type="presParOf" srcId="{92DA2DD7-E0EE-48D2-8AEC-8E16D04F2A77}" destId="{A0A94CEF-4989-43BB-A497-42310FEFCF19}" srcOrd="3" destOrd="0" presId="urn:microsoft.com/office/officeart/2018/2/layout/IconVerticalSolidList"/>
    <dgm:cxn modelId="{2ACE1B27-AC79-4846-BB5C-4A5A36ADD879}" type="presParOf" srcId="{92DA2DD7-E0EE-48D2-8AEC-8E16D04F2A77}" destId="{A6BB9961-39C6-4721-AE13-23F3A75EC5DE}" srcOrd="4" destOrd="0" presId="urn:microsoft.com/office/officeart/2018/2/layout/IconVerticalSolidList"/>
    <dgm:cxn modelId="{BD29B84B-9E24-4672-97A4-DFB6DC2C84A3}" type="presParOf" srcId="{A6BB9961-39C6-4721-AE13-23F3A75EC5DE}" destId="{A6F7A298-4450-4FD7-9E0A-E92904F750E8}" srcOrd="0" destOrd="0" presId="urn:microsoft.com/office/officeart/2018/2/layout/IconVerticalSolidList"/>
    <dgm:cxn modelId="{C3BF5336-F1D1-4E21-8C41-EC0274AA6707}" type="presParOf" srcId="{A6BB9961-39C6-4721-AE13-23F3A75EC5DE}" destId="{1C5723E8-0015-46CE-87AE-990CFAB1BBF5}" srcOrd="1" destOrd="0" presId="urn:microsoft.com/office/officeart/2018/2/layout/IconVerticalSolidList"/>
    <dgm:cxn modelId="{6ED24C06-F939-43B9-974E-2BC68E6573B0}" type="presParOf" srcId="{A6BB9961-39C6-4721-AE13-23F3A75EC5DE}" destId="{9A5CC791-AFFA-4E5E-9818-0152B6CFE890}" srcOrd="2" destOrd="0" presId="urn:microsoft.com/office/officeart/2018/2/layout/IconVerticalSolidList"/>
    <dgm:cxn modelId="{C3A0BF29-2FA2-4A38-B308-AE4953D5EBDC}" type="presParOf" srcId="{A6BB9961-39C6-4721-AE13-23F3A75EC5DE}" destId="{4137E32D-38D7-45F2-A76C-F68CA45661C2}" srcOrd="3" destOrd="0" presId="urn:microsoft.com/office/officeart/2018/2/layout/IconVerticalSolidList"/>
    <dgm:cxn modelId="{7DF53400-ECBA-4C70-9FE4-FC24E5AACC51}" type="presParOf" srcId="{92DA2DD7-E0EE-48D2-8AEC-8E16D04F2A77}" destId="{FE924CD1-27CC-4DDB-BFE9-C41B9470D7A3}" srcOrd="5" destOrd="0" presId="urn:microsoft.com/office/officeart/2018/2/layout/IconVerticalSolidList"/>
    <dgm:cxn modelId="{800B49DE-50AB-4012-8153-899352AF86A3}" type="presParOf" srcId="{92DA2DD7-E0EE-48D2-8AEC-8E16D04F2A77}" destId="{D49561D9-0082-4CB2-8D17-A2D1B5E01F7B}" srcOrd="6" destOrd="0" presId="urn:microsoft.com/office/officeart/2018/2/layout/IconVerticalSolidList"/>
    <dgm:cxn modelId="{2FF14EEA-76DD-4665-A14A-F9F7962D1696}" type="presParOf" srcId="{D49561D9-0082-4CB2-8D17-A2D1B5E01F7B}" destId="{852A314F-DD25-45F9-9538-947F2808C120}" srcOrd="0" destOrd="0" presId="urn:microsoft.com/office/officeart/2018/2/layout/IconVerticalSolidList"/>
    <dgm:cxn modelId="{3467992A-F23A-46C5-83E2-3518A08C5B6B}" type="presParOf" srcId="{D49561D9-0082-4CB2-8D17-A2D1B5E01F7B}" destId="{4B59110B-701C-45D2-B562-EB4E487629E9}" srcOrd="1" destOrd="0" presId="urn:microsoft.com/office/officeart/2018/2/layout/IconVerticalSolidList"/>
    <dgm:cxn modelId="{8F3946FC-94CA-46AC-B705-0AE1969D9706}" type="presParOf" srcId="{D49561D9-0082-4CB2-8D17-A2D1B5E01F7B}" destId="{CCC8A9EC-41A0-4E1F-8069-5A13B7BC564F}" srcOrd="2" destOrd="0" presId="urn:microsoft.com/office/officeart/2018/2/layout/IconVerticalSolidList"/>
    <dgm:cxn modelId="{237F3B66-65B3-4B8B-AD8B-4672EC196431}" type="presParOf" srcId="{D49561D9-0082-4CB2-8D17-A2D1B5E01F7B}" destId="{A3FCE625-ABA5-430A-9297-179B8C479E38}" srcOrd="3" destOrd="0" presId="urn:microsoft.com/office/officeart/2018/2/layout/IconVerticalSolidList"/>
    <dgm:cxn modelId="{62ED39C4-9993-422A-B62A-4A26073ABC94}" type="presParOf" srcId="{92DA2DD7-E0EE-48D2-8AEC-8E16D04F2A77}" destId="{F6AB2DD5-672E-4985-A056-CF51469A52E0}" srcOrd="7" destOrd="0" presId="urn:microsoft.com/office/officeart/2018/2/layout/IconVerticalSolidList"/>
    <dgm:cxn modelId="{CC92F524-7F2F-46D2-B295-59236573074A}" type="presParOf" srcId="{92DA2DD7-E0EE-48D2-8AEC-8E16D04F2A77}" destId="{E8468E1F-8C00-4C2D-AA97-6AD268266ADC}" srcOrd="8" destOrd="0" presId="urn:microsoft.com/office/officeart/2018/2/layout/IconVerticalSolidList"/>
    <dgm:cxn modelId="{9EF7CFBD-2C67-41AF-B9C0-0135AC1F9B3B}" type="presParOf" srcId="{E8468E1F-8C00-4C2D-AA97-6AD268266ADC}" destId="{2E0AF57E-C3BA-456F-8371-067011B33FDA}" srcOrd="0" destOrd="0" presId="urn:microsoft.com/office/officeart/2018/2/layout/IconVerticalSolidList"/>
    <dgm:cxn modelId="{6344C8FD-ABCC-4B22-A489-5EAB43EBA051}" type="presParOf" srcId="{E8468E1F-8C00-4C2D-AA97-6AD268266ADC}" destId="{2F22DBEA-2758-4774-8085-AEDECE88EA3F}" srcOrd="1" destOrd="0" presId="urn:microsoft.com/office/officeart/2018/2/layout/IconVerticalSolidList"/>
    <dgm:cxn modelId="{1FAE9738-427C-4362-A3A2-5C9C8FA31FC2}" type="presParOf" srcId="{E8468E1F-8C00-4C2D-AA97-6AD268266ADC}" destId="{1433BD97-35B5-4643-B181-FCF0D53DF4F4}" srcOrd="2" destOrd="0" presId="urn:microsoft.com/office/officeart/2018/2/layout/IconVerticalSolidList"/>
    <dgm:cxn modelId="{752BB803-53D7-4611-BDF8-034D90F972C4}" type="presParOf" srcId="{E8468E1F-8C00-4C2D-AA97-6AD268266ADC}" destId="{DB5269C6-A061-451A-AD39-0DD905008060}" srcOrd="3" destOrd="0" presId="urn:microsoft.com/office/officeart/2018/2/layout/IconVerticalSolidList"/>
    <dgm:cxn modelId="{11078810-1D04-4118-B91C-F57BEAB4B5A7}" type="presParOf" srcId="{92DA2DD7-E0EE-48D2-8AEC-8E16D04F2A77}" destId="{A15031D7-D192-4D4D-95E4-7A2A0FD20E12}" srcOrd="9" destOrd="0" presId="urn:microsoft.com/office/officeart/2018/2/layout/IconVerticalSolidList"/>
    <dgm:cxn modelId="{E2C63283-D00A-4631-B7E0-5F1A12316310}" type="presParOf" srcId="{92DA2DD7-E0EE-48D2-8AEC-8E16D04F2A77}" destId="{8BDE0D8F-052C-4C86-9ACC-B62843EC0CFC}" srcOrd="10" destOrd="0" presId="urn:microsoft.com/office/officeart/2018/2/layout/IconVerticalSolidList"/>
    <dgm:cxn modelId="{6A52EBD1-C3C6-4AC9-BC31-FF82ED7DAF39}" type="presParOf" srcId="{8BDE0D8F-052C-4C86-9ACC-B62843EC0CFC}" destId="{1BAEB1D9-B6F6-4950-B174-875A752AFCAE}" srcOrd="0" destOrd="0" presId="urn:microsoft.com/office/officeart/2018/2/layout/IconVerticalSolidList"/>
    <dgm:cxn modelId="{B040CFAA-AE8E-4494-832C-6ABD4E9BD982}" type="presParOf" srcId="{8BDE0D8F-052C-4C86-9ACC-B62843EC0CFC}" destId="{856C4F80-F318-4489-8115-0A6D3E255B74}" srcOrd="1" destOrd="0" presId="urn:microsoft.com/office/officeart/2018/2/layout/IconVerticalSolidList"/>
    <dgm:cxn modelId="{0813C24B-436C-44F8-95DB-787D27803B46}" type="presParOf" srcId="{8BDE0D8F-052C-4C86-9ACC-B62843EC0CFC}" destId="{03EC766D-A8FB-4DFD-B515-9498B12566E9}" srcOrd="2" destOrd="0" presId="urn:microsoft.com/office/officeart/2018/2/layout/IconVerticalSolidList"/>
    <dgm:cxn modelId="{3F71CF37-4761-4B5F-850F-A65BD277A2CB}" type="presParOf" srcId="{8BDE0D8F-052C-4C86-9ACC-B62843EC0CFC}" destId="{896D80E9-9D6B-41AC-BFA0-77C5859869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78A2CE-51AD-4E19-BE97-FB2D867487C8}">
      <dsp:nvSpPr>
        <dsp:cNvPr id="0" name=""/>
        <dsp:cNvSpPr/>
      </dsp:nvSpPr>
      <dsp:spPr>
        <a:xfrm>
          <a:off x="0" y="151023"/>
          <a:ext cx="4941945" cy="494194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66EAF8-217C-487D-83E6-290347F3C07B}">
      <dsp:nvSpPr>
        <dsp:cNvPr id="0" name=""/>
        <dsp:cNvSpPr/>
      </dsp:nvSpPr>
      <dsp:spPr>
        <a:xfrm>
          <a:off x="469484" y="620508"/>
          <a:ext cx="1927358" cy="192735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Dificultad para Gestionar solicitudes Como certificados, proyectos y actividades.</a:t>
          </a:r>
        </a:p>
      </dsp:txBody>
      <dsp:txXfrm>
        <a:off x="563570" y="714594"/>
        <a:ext cx="1739186" cy="1739186"/>
      </dsp:txXfrm>
    </dsp:sp>
    <dsp:sp modelId="{42EB8B5B-6264-43AE-89B4-EFB614FE56CA}">
      <dsp:nvSpPr>
        <dsp:cNvPr id="0" name=""/>
        <dsp:cNvSpPr/>
      </dsp:nvSpPr>
      <dsp:spPr>
        <a:xfrm>
          <a:off x="2545101" y="620508"/>
          <a:ext cx="1927358" cy="192735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Falta de comunicación efectiva entre directiva y vecinos.</a:t>
          </a:r>
        </a:p>
      </dsp:txBody>
      <dsp:txXfrm>
        <a:off x="2639187" y="714594"/>
        <a:ext cx="1739186" cy="1739186"/>
      </dsp:txXfrm>
    </dsp:sp>
    <dsp:sp modelId="{15376499-D32C-41A3-B298-2944E86D2878}">
      <dsp:nvSpPr>
        <dsp:cNvPr id="0" name=""/>
        <dsp:cNvSpPr/>
      </dsp:nvSpPr>
      <dsp:spPr>
        <a:xfrm>
          <a:off x="469484" y="2696125"/>
          <a:ext cx="1927358" cy="1927358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Procesos manuales, demorosos y propensos a errores.</a:t>
          </a:r>
        </a:p>
      </dsp:txBody>
      <dsp:txXfrm>
        <a:off x="563570" y="2790211"/>
        <a:ext cx="1739186" cy="1739186"/>
      </dsp:txXfrm>
    </dsp:sp>
    <dsp:sp modelId="{A1FF5937-9C4A-4AE1-9E1C-FD7B3755B91C}">
      <dsp:nvSpPr>
        <dsp:cNvPr id="0" name=""/>
        <dsp:cNvSpPr/>
      </dsp:nvSpPr>
      <dsp:spPr>
        <a:xfrm>
          <a:off x="2545101" y="2696125"/>
          <a:ext cx="1927358" cy="1927358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Falta de registro organizado de vecinos, actividades y documentación.</a:t>
          </a:r>
        </a:p>
      </dsp:txBody>
      <dsp:txXfrm>
        <a:off x="2639187" y="2790211"/>
        <a:ext cx="1739186" cy="17391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C9416-D24E-48D2-A661-1C938BCBC7ED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8DF71-C542-42C8-A23D-66D427914C0E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F0EED8-D4AE-443C-A911-9C84045212A6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Inscripción de vecinos.</a:t>
          </a:r>
        </a:p>
      </dsp:txBody>
      <dsp:txXfrm>
        <a:off x="866195" y="1759"/>
        <a:ext cx="4256730" cy="749953"/>
      </dsp:txXfrm>
    </dsp:sp>
    <dsp:sp modelId="{0472ED79-3C41-44A1-A611-E6EF045ECBC5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9AF0FD-5ADC-41A8-B6F9-5E901B07C275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3060CC-8327-4004-A6A1-4D27C734B75C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Solicitud y emisión de certificados.</a:t>
          </a:r>
        </a:p>
      </dsp:txBody>
      <dsp:txXfrm>
        <a:off x="866195" y="939201"/>
        <a:ext cx="4256730" cy="749953"/>
      </dsp:txXfrm>
    </dsp:sp>
    <dsp:sp modelId="{5D466652-A668-4136-92E0-2BAA2CF3BAB7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94EEC6-236F-45B7-940B-07E5F0664378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31C34-3FD1-4246-A862-7FA4A1BB44C7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Postulación de proyectos vecinales.</a:t>
          </a:r>
        </a:p>
      </dsp:txBody>
      <dsp:txXfrm>
        <a:off x="866195" y="1876642"/>
        <a:ext cx="4256730" cy="749953"/>
      </dsp:txXfrm>
    </dsp:sp>
    <dsp:sp modelId="{94748CC8-BD26-4732-9940-0483AD791127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EBD415-81A3-4B0B-B8FE-BE964633E8C7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57ACE-6799-4F2A-97E1-D7BE9CC9CBAC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Visualización de noticias y notificaciones.</a:t>
          </a:r>
        </a:p>
      </dsp:txBody>
      <dsp:txXfrm>
        <a:off x="866195" y="2814084"/>
        <a:ext cx="4256730" cy="749953"/>
      </dsp:txXfrm>
    </dsp:sp>
    <dsp:sp modelId="{94705E2A-9BD7-4CAC-83D8-BB0C4F814976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ABEFB2-8BD0-46F2-8DFC-69CC428F864C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C032EE-57DE-4718-BAF9-44D2198F8366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Acceso desde web o móvil.</a:t>
          </a:r>
        </a:p>
      </dsp:txBody>
      <dsp:txXfrm>
        <a:off x="866195" y="3751525"/>
        <a:ext cx="4256730" cy="749953"/>
      </dsp:txXfrm>
    </dsp:sp>
    <dsp:sp modelId="{8FFE6B76-50FC-4E15-86AC-16BFDF291733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B6C650-13F4-441D-91EE-55AFFF89256C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E2550C-9DE0-43E0-AF4E-C261D941D7D4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Usabilidad simple para usuarios sin conocimientos técnicos.</a:t>
          </a:r>
        </a:p>
      </dsp:txBody>
      <dsp:txXfrm>
        <a:off x="866195" y="4688966"/>
        <a:ext cx="4256730" cy="74995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BF1498-6088-4183-BD1E-4C11AAFFB851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F01F81-851D-49BD-A3B8-18F69C2A70A7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ACF267-E0E8-4CB0-B778-06739A594FDA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Plataforma web responsiva.</a:t>
          </a:r>
        </a:p>
      </dsp:txBody>
      <dsp:txXfrm>
        <a:off x="1045694" y="4250"/>
        <a:ext cx="4077231" cy="905363"/>
      </dsp:txXfrm>
    </dsp:sp>
    <dsp:sp modelId="{2D34DC4B-C2D6-4E40-8905-495109EFB01D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783625-94D2-4170-A5DD-E4B06A40EAA8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574B44-48B5-4BB9-9754-A35A12AEEB08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Base de datos escalable.</a:t>
          </a:r>
        </a:p>
      </dsp:txBody>
      <dsp:txXfrm>
        <a:off x="1045694" y="1135954"/>
        <a:ext cx="4077231" cy="905363"/>
      </dsp:txXfrm>
    </dsp:sp>
    <dsp:sp modelId="{B5DFC802-AAEF-4991-8A0F-7EF4AFFE5256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2E36D-645C-486A-9B6A-246D36CE4958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C7399-98DA-41DD-B4FA-DA6C94A81153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Integración con servicios de correo y notificaciones.</a:t>
          </a:r>
        </a:p>
      </dsp:txBody>
      <dsp:txXfrm>
        <a:off x="1045694" y="2267658"/>
        <a:ext cx="4077231" cy="905363"/>
      </dsp:txXfrm>
    </dsp:sp>
    <dsp:sp modelId="{054290A7-B0D0-4FCE-8FCC-29C8AE89D239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ECE15A-0083-486B-9397-B1145BB94CF1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62A696-F665-4176-955B-DDDEA5155A02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Panel administrativo seguro.</a:t>
          </a:r>
        </a:p>
      </dsp:txBody>
      <dsp:txXfrm>
        <a:off x="1045694" y="3399362"/>
        <a:ext cx="4077231" cy="905363"/>
      </dsp:txXfrm>
    </dsp:sp>
    <dsp:sp modelId="{B1F3C5EF-0DF3-4094-83C1-A11EF76AA2DA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590925-90A1-4BF6-8035-1A0F64C638FE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495BD9-7EC8-48A1-ADED-3FA09CDC5F6F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Arquitectura modular con backend robusto (Django o similar).</a:t>
          </a:r>
        </a:p>
      </dsp:txBody>
      <dsp:txXfrm>
        <a:off x="1045694" y="4531066"/>
        <a:ext cx="4077231" cy="90536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1181A-BDE7-4316-B132-C4F8DAA6C2B6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E3119C-4E52-4834-A38C-9DAB11337A18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7F8BF9-01C2-48CE-A5B5-C8B29AF702D9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Desarrollo de un sistema digital denominado BarrioLink, que contempla:</a:t>
          </a:r>
        </a:p>
      </dsp:txBody>
      <dsp:txXfrm>
        <a:off x="866195" y="1759"/>
        <a:ext cx="4256730" cy="749953"/>
      </dsp:txXfrm>
    </dsp:sp>
    <dsp:sp modelId="{8E55F8B7-10AD-4380-88A2-711263617D6A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C27C5D-C0C7-4123-AD54-E4ED6F006503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2E8A3C-0FE9-4ACE-9868-6F5D32F566FC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Portal para vecinos.</a:t>
          </a:r>
        </a:p>
      </dsp:txBody>
      <dsp:txXfrm>
        <a:off x="866195" y="939201"/>
        <a:ext cx="4256730" cy="749953"/>
      </dsp:txXfrm>
    </dsp:sp>
    <dsp:sp modelId="{2245F76B-69C7-4748-8B65-7B392406DF7B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EF47B5-425E-4A02-88B4-4222C79720D3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114CE3-476A-4100-813B-CF75528929B2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Panel administrativo para directorio.</a:t>
          </a:r>
        </a:p>
      </dsp:txBody>
      <dsp:txXfrm>
        <a:off x="866195" y="1876642"/>
        <a:ext cx="4256730" cy="749953"/>
      </dsp:txXfrm>
    </dsp:sp>
    <dsp:sp modelId="{F26A01DB-85D5-4CA9-BF6D-1433CBE46AA4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1228D2-9B8D-4EE4-840C-091B972D2E15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7B7189-F67B-4015-80D0-0D2971047BEA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Notificaciones por correo, afiche digital o WhatsApp.</a:t>
          </a:r>
        </a:p>
      </dsp:txBody>
      <dsp:txXfrm>
        <a:off x="866195" y="2814084"/>
        <a:ext cx="4256730" cy="749953"/>
      </dsp:txXfrm>
    </dsp:sp>
    <dsp:sp modelId="{B1DB53B9-7D5B-4796-8337-447057188D93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6CE5E2-2AAA-4B2D-88F8-928C9E5F0B8C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CBF53D-E59F-4AD1-8693-84E2B1BAC3E6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Gestión de actividades, solicitudes y documentación.</a:t>
          </a:r>
        </a:p>
      </dsp:txBody>
      <dsp:txXfrm>
        <a:off x="866195" y="3751525"/>
        <a:ext cx="4256730" cy="749953"/>
      </dsp:txXfrm>
    </dsp:sp>
    <dsp:sp modelId="{263D0078-EDA1-4332-A7EA-94966EDBD307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E3498F-9B9A-493E-98D9-7CA973A359E6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C03300-97BC-4DC7-ADE6-037951758AC9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Arquitectura escalable basada en servicios web.</a:t>
          </a:r>
        </a:p>
      </dsp:txBody>
      <dsp:txXfrm>
        <a:off x="866195" y="4688966"/>
        <a:ext cx="4256730" cy="7499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77319E-5E32-4967-8137-212C4412B898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844726-22B5-4B55-9AAF-F5012349F21A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628B99-55A0-4134-8209-0A98ADEB53B2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Revisión de expectativas </a:t>
          </a:r>
        </a:p>
      </dsp:txBody>
      <dsp:txXfrm>
        <a:off x="1045694" y="4250"/>
        <a:ext cx="4077231" cy="905363"/>
      </dsp:txXfrm>
    </dsp:sp>
    <dsp:sp modelId="{A29ED4AE-AD01-4165-AB04-7458C2F22F0B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C8261E-AFAC-43F1-B136-048F61B297E9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BA619C-247E-43AA-854C-A05BE1F67566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Definición del alcance inicial.</a:t>
          </a:r>
        </a:p>
      </dsp:txBody>
      <dsp:txXfrm>
        <a:off x="1045694" y="1135954"/>
        <a:ext cx="4077231" cy="905363"/>
      </dsp:txXfrm>
    </dsp:sp>
    <dsp:sp modelId="{03DAC758-DE52-4988-A37E-171C2BC33951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E81FB7-43A9-4AF3-A9C4-F80CE11D8269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E1AF64-B31C-4709-81AD-0837996DBDC9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Identificación de roles y responsables.</a:t>
          </a:r>
        </a:p>
      </dsp:txBody>
      <dsp:txXfrm>
        <a:off x="1045694" y="2267658"/>
        <a:ext cx="4077231" cy="905363"/>
      </dsp:txXfrm>
    </dsp:sp>
    <dsp:sp modelId="{B2AE2EE4-1D77-418C-ADB8-B7B11ACF0F63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48984A-CEF0-40A5-8B91-F0E65A94298E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54BD73-6F37-45A4-8F33-AA66E753655E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Validación del roadmap y prioridades.</a:t>
          </a:r>
        </a:p>
      </dsp:txBody>
      <dsp:txXfrm>
        <a:off x="1045694" y="3399362"/>
        <a:ext cx="4077231" cy="905363"/>
      </dsp:txXfrm>
    </dsp:sp>
    <dsp:sp modelId="{95A56626-6353-450C-AB46-E51E35664913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AD97F6-1CEB-4408-8354-B825420E0DEF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198EA6-D05D-4CFC-8185-3AEA429067AB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Alineación metodológica y acuerdos operativos.</a:t>
          </a:r>
        </a:p>
      </dsp:txBody>
      <dsp:txXfrm>
        <a:off x="1045694" y="4531066"/>
        <a:ext cx="4077231" cy="90536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4554AC-550C-4AFF-9025-3954FF0F0718}">
      <dsp:nvSpPr>
        <dsp:cNvPr id="0" name=""/>
        <dsp:cNvSpPr/>
      </dsp:nvSpPr>
      <dsp:spPr>
        <a:xfrm>
          <a:off x="0" y="403478"/>
          <a:ext cx="4697730" cy="4697730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D38889-0D42-4552-8A29-16E3B290EDDA}">
      <dsp:nvSpPr>
        <dsp:cNvPr id="0" name=""/>
        <dsp:cNvSpPr/>
      </dsp:nvSpPr>
      <dsp:spPr>
        <a:xfrm>
          <a:off x="446284" y="849763"/>
          <a:ext cx="1832114" cy="1832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Se utilizará Scrum adaptado:</a:t>
          </a:r>
        </a:p>
      </dsp:txBody>
      <dsp:txXfrm>
        <a:off x="535720" y="939199"/>
        <a:ext cx="1653242" cy="1653242"/>
      </dsp:txXfrm>
    </dsp:sp>
    <dsp:sp modelId="{CAA2E973-F6B5-4D46-AE52-F75A52066863}">
      <dsp:nvSpPr>
        <dsp:cNvPr id="0" name=""/>
        <dsp:cNvSpPr/>
      </dsp:nvSpPr>
      <dsp:spPr>
        <a:xfrm>
          <a:off x="2419330" y="849763"/>
          <a:ext cx="1832114" cy="1832114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Sprints</a:t>
          </a:r>
          <a:r>
            <a:rPr lang="es-CL" sz="1900" kern="1200"/>
            <a:t> por fases</a:t>
          </a:r>
          <a:r>
            <a:rPr lang="en-US" sz="1900" kern="1200"/>
            <a:t>.</a:t>
          </a:r>
        </a:p>
      </dsp:txBody>
      <dsp:txXfrm>
        <a:off x="2508766" y="939199"/>
        <a:ext cx="1653242" cy="1653242"/>
      </dsp:txXfrm>
    </dsp:sp>
    <dsp:sp modelId="{68392FA7-2F76-4702-B0AD-D2D9894D676E}">
      <dsp:nvSpPr>
        <dsp:cNvPr id="0" name=""/>
        <dsp:cNvSpPr/>
      </dsp:nvSpPr>
      <dsp:spPr>
        <a:xfrm>
          <a:off x="446284" y="2822809"/>
          <a:ext cx="1832114" cy="1832114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Entregables incrementales.</a:t>
          </a:r>
        </a:p>
      </dsp:txBody>
      <dsp:txXfrm>
        <a:off x="535720" y="2912245"/>
        <a:ext cx="1653242" cy="1653242"/>
      </dsp:txXfrm>
    </dsp:sp>
    <dsp:sp modelId="{E2B96599-1A28-4BDD-9F27-F32E37E9D03A}">
      <dsp:nvSpPr>
        <dsp:cNvPr id="0" name=""/>
        <dsp:cNvSpPr/>
      </dsp:nvSpPr>
      <dsp:spPr>
        <a:xfrm>
          <a:off x="2419330" y="2822809"/>
          <a:ext cx="1832114" cy="183211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Prioridad basada en valor para la comunidad.</a:t>
          </a:r>
        </a:p>
      </dsp:txBody>
      <dsp:txXfrm>
        <a:off x="2508766" y="2912245"/>
        <a:ext cx="1653242" cy="16532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407B5C-5EE2-42E8-985A-AC1ED23E8387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8D3494-B7B5-4485-BB13-63F6170273B0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92B676-8F9F-411A-AB66-25379A37632D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1. Análisis y levantamiento.</a:t>
          </a:r>
        </a:p>
      </dsp:txBody>
      <dsp:txXfrm>
        <a:off x="866195" y="1759"/>
        <a:ext cx="4256730" cy="749953"/>
      </dsp:txXfrm>
    </dsp:sp>
    <dsp:sp modelId="{3DE249AC-9F4E-4E68-AC2B-510B93FA28E7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9E7E94-1AF3-4299-980D-6DCD9F387051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AF1788-5EC3-4BD2-939C-DCD8019FBA03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2. Diseño funcional, GUI y BD.</a:t>
          </a:r>
        </a:p>
      </dsp:txBody>
      <dsp:txXfrm>
        <a:off x="866195" y="939201"/>
        <a:ext cx="4256730" cy="749953"/>
      </dsp:txXfrm>
    </dsp:sp>
    <dsp:sp modelId="{A6F7A298-4450-4FD7-9E0A-E92904F750E8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5723E8-0015-46CE-87AE-990CFAB1BBF5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37E32D-38D7-45F2-A76C-F68CA45661C2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3. Desarrollo iterativo.</a:t>
          </a:r>
        </a:p>
      </dsp:txBody>
      <dsp:txXfrm>
        <a:off x="866195" y="1876642"/>
        <a:ext cx="4256730" cy="749953"/>
      </dsp:txXfrm>
    </dsp:sp>
    <dsp:sp modelId="{852A314F-DD25-45F9-9538-947F2808C120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59110B-701C-45D2-B562-EB4E487629E9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FCE625-ABA5-430A-9297-179B8C479E38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4. Pruebas.</a:t>
          </a:r>
        </a:p>
      </dsp:txBody>
      <dsp:txXfrm>
        <a:off x="866195" y="2814084"/>
        <a:ext cx="4256730" cy="749953"/>
      </dsp:txXfrm>
    </dsp:sp>
    <dsp:sp modelId="{2E0AF57E-C3BA-456F-8371-067011B33FDA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22DBEA-2758-4774-8085-AEDECE88EA3F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5269C6-A061-451A-AD39-0DD905008060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5. Implementación.</a:t>
          </a:r>
        </a:p>
      </dsp:txBody>
      <dsp:txXfrm>
        <a:off x="866195" y="3751525"/>
        <a:ext cx="4256730" cy="749953"/>
      </dsp:txXfrm>
    </dsp:sp>
    <dsp:sp modelId="{1BAEB1D9-B6F6-4950-B174-875A752AFCAE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6C4F80-F318-4489-8115-0A6D3E255B74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6D80E9-9D6B-41AC-BFA0-77C585986933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6. Cierre y evaluación del impacto.</a:t>
          </a:r>
        </a:p>
      </dsp:txBody>
      <dsp:txXfrm>
        <a:off x="866195" y="4688966"/>
        <a:ext cx="4256730" cy="7499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60AFAAC-EA6C-45A9-9E03-C9C9F0193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801D8941-FDD9-856E-7553-5AFE4CF50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18" r="12650"/>
          <a:stretch>
            <a:fillRect/>
          </a:stretch>
        </p:blipFill>
        <p:spPr>
          <a:xfrm>
            <a:off x="3665695" y="10"/>
            <a:ext cx="5481734" cy="6857990"/>
          </a:xfrm>
          <a:custGeom>
            <a:avLst/>
            <a:gdLst/>
            <a:ahLst/>
            <a:cxnLst/>
            <a:rect l="l" t="t" r="r" b="b"/>
            <a:pathLst>
              <a:path w="7308978" h="6858000">
                <a:moveTo>
                  <a:pt x="0" y="0"/>
                </a:moveTo>
                <a:lnTo>
                  <a:pt x="7308978" y="0"/>
                </a:lnTo>
                <a:lnTo>
                  <a:pt x="7308978" y="6858000"/>
                </a:lnTo>
                <a:lnTo>
                  <a:pt x="0" y="6858000"/>
                </a:lnTo>
                <a:lnTo>
                  <a:pt x="62983" y="6788730"/>
                </a:lnTo>
                <a:cubicBezTo>
                  <a:pt x="773509" y="5928900"/>
                  <a:pt x="1212978" y="4741056"/>
                  <a:pt x="1212978" y="3429000"/>
                </a:cubicBezTo>
                <a:cubicBezTo>
                  <a:pt x="1212978" y="2116944"/>
                  <a:pt x="773509" y="929100"/>
                  <a:pt x="62983" y="69271"/>
                </a:cubicBezTo>
                <a:close/>
              </a:path>
            </a:pathLst>
          </a:custGeom>
        </p:spPr>
      </p:pic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83549E37-C86B-4401-90BD-D8BF83859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0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3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3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3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3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8A17784E-76D8-4521-A77D-0D2EBB9230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65142" cy="6858000"/>
          </a:xfrm>
          <a:custGeom>
            <a:avLst/>
            <a:gdLst>
              <a:gd name="connsiteX0" fmla="*/ 0 w 6086857"/>
              <a:gd name="connsiteY0" fmla="*/ 0 h 6858000"/>
              <a:gd name="connsiteX1" fmla="*/ 4873879 w 6086857"/>
              <a:gd name="connsiteY1" fmla="*/ 0 h 6858000"/>
              <a:gd name="connsiteX2" fmla="*/ 4936862 w 6086857"/>
              <a:gd name="connsiteY2" fmla="*/ 69271 h 6858000"/>
              <a:gd name="connsiteX3" fmla="*/ 6086857 w 6086857"/>
              <a:gd name="connsiteY3" fmla="*/ 3429000 h 6858000"/>
              <a:gd name="connsiteX4" fmla="*/ 4936862 w 6086857"/>
              <a:gd name="connsiteY4" fmla="*/ 6788730 h 6858000"/>
              <a:gd name="connsiteX5" fmla="*/ 4873879 w 6086857"/>
              <a:gd name="connsiteY5" fmla="*/ 6858000 h 6858000"/>
              <a:gd name="connsiteX6" fmla="*/ 0 w 608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6857" h="6858000">
                <a:moveTo>
                  <a:pt x="0" y="0"/>
                </a:moveTo>
                <a:lnTo>
                  <a:pt x="4873879" y="0"/>
                </a:lnTo>
                <a:lnTo>
                  <a:pt x="4936862" y="69271"/>
                </a:lnTo>
                <a:cubicBezTo>
                  <a:pt x="5647388" y="929100"/>
                  <a:pt x="6086857" y="2116944"/>
                  <a:pt x="6086857" y="3429000"/>
                </a:cubicBezTo>
                <a:cubicBezTo>
                  <a:pt x="6086857" y="4741056"/>
                  <a:pt x="5647388" y="5928900"/>
                  <a:pt x="4936862" y="6788730"/>
                </a:cubicBezTo>
                <a:lnTo>
                  <a:pt x="487387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178" y="856488"/>
            <a:ext cx="3744468" cy="1243584"/>
          </a:xfrm>
        </p:spPr>
        <p:txBody>
          <a:bodyPr anchor="ctr">
            <a:normAutofit/>
          </a:bodyPr>
          <a:lstStyle/>
          <a:p>
            <a:r>
              <a:rPr lang="es-CL" sz="3000"/>
              <a:t>Introducción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036C6B-F09C-4EAB-AE02-8D056EE74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24325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8D5885-2804-4D3C-BE31-902E4D327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8326" y="2195336"/>
            <a:ext cx="373761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1178" y="2522949"/>
            <a:ext cx="3799332" cy="3402363"/>
          </a:xfrm>
        </p:spPr>
        <p:txBody>
          <a:bodyPr anchor="t">
            <a:normAutofit/>
          </a:bodyPr>
          <a:lstStyle/>
          <a:p>
            <a:r>
              <a:rPr lang="es-MX" sz="2000" dirty="0"/>
              <a:t>BarrioLink es una solución tecnológica integral que permite mejorar la gestión, comunicación y participación dentro de una Junta de Vecinos, fortaleciendo la organización territorial mediante una plataforma digital accesible y eficiente.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s-CL" sz="3100" dirty="0"/>
              <a:t>Contexto</a:t>
            </a:r>
          </a:p>
        </p:txBody>
      </p:sp>
      <p:pic>
        <p:nvPicPr>
          <p:cNvPr id="4" name="Imagen 3" descr="Un barco en el mar">
            <a:extLst>
              <a:ext uri="{FF2B5EF4-FFF2-40B4-BE49-F238E27FC236}">
                <a16:creationId xmlns:a16="http://schemas.microsoft.com/office/drawing/2014/main" id="{43CEF7B3-FC32-D355-0C0F-36F4783DBE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19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es-MX" sz="2000" dirty="0"/>
              <a:t>Las juntas de vecinos en Chile suelen carecer de herramientas tecnológicas modernas para gestionar sus operaciones. Esto provoca desorganización, demoras en trámites y una comunicación poco efectiva con la comunidad. El proyecto surge desde el ámbito académico y social para responder a esta brecha tecnológica.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8743" y="709375"/>
            <a:ext cx="8035257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84243" y="1789005"/>
            <a:ext cx="5413238" cy="324475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5" y="675564"/>
            <a:ext cx="2707375" cy="5204085"/>
          </a:xfrm>
        </p:spPr>
        <p:txBody>
          <a:bodyPr>
            <a:normAutofit/>
          </a:bodyPr>
          <a:lstStyle/>
          <a:p>
            <a:r>
              <a:rPr lang="es-CL" sz="3700"/>
              <a:t>Problemática</a:t>
            </a:r>
          </a:p>
        </p:txBody>
      </p:sp>
      <p:cxnSp>
        <p:nvCxnSpPr>
          <p:cNvPr id="25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524492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9144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F2A047F6-B7E1-68EB-A54A-67DCB2B6E2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0364180"/>
              </p:ext>
            </p:extLst>
          </p:nvPr>
        </p:nvGraphicFramePr>
        <p:xfrm>
          <a:off x="3582547" y="819369"/>
          <a:ext cx="4941945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09F1D5-B0F1-4714-A239-E5B61C161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8FB460-D3FF-4440-A020-05982A09E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5409" y="1011045"/>
            <a:ext cx="3277394" cy="4369859"/>
          </a:xfrm>
          <a:prstGeom prst="roundRect">
            <a:avLst>
              <a:gd name="adj" fmla="val 275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7619" y="1112969"/>
            <a:ext cx="2952974" cy="4166010"/>
          </a:xfrm>
        </p:spPr>
        <p:txBody>
          <a:bodyPr>
            <a:normAutofit/>
          </a:bodyPr>
          <a:lstStyle/>
          <a:p>
            <a:r>
              <a:rPr lang="es-CL">
                <a:solidFill>
                  <a:srgbClr val="FFFFFF"/>
                </a:solidFill>
              </a:rPr>
              <a:t>Necesidad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7896" y="0"/>
            <a:ext cx="866357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971133" y="-1"/>
            <a:ext cx="130305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19805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820880"/>
            <a:ext cx="3943349" cy="488935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MX" sz="2700" dirty="0"/>
              <a:t>La comunidad necesita una plataforma que facilite trámites, mejore la comunicación, automatice procesos clave y permita un manejo ordenado de la información territorial, habilitando una gestión más eficiente y transparente.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161135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563731" y="5717905"/>
            <a:ext cx="1328706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99729" y="6258755"/>
            <a:ext cx="1174455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400"/>
              <a:t>Requerimientos del usuario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7AAC949-B831-4DE4-01A9-A6EFF02975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752896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400"/>
              <a:t>Requerimientos técnicos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DC6F417-F265-D67F-85DB-9DCB133F21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4031711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Solución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DF3BCB-606A-694F-5DE5-0931FA08E1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6348973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Kickoff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6CE750A-58C5-96D8-7472-4551563563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7332012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9"/>
            <a:ext cx="2530602" cy="5567891"/>
          </a:xfrm>
        </p:spPr>
        <p:txBody>
          <a:bodyPr>
            <a:normAutofit/>
          </a:bodyPr>
          <a:lstStyle/>
          <a:p>
            <a:r>
              <a:rPr lang="es-CL" sz="3500"/>
              <a:t>Metodología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4D3678-D2FD-5CEF-3EB8-208CA750AD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7423934"/>
              </p:ext>
            </p:extLst>
          </p:nvPr>
        </p:nvGraphicFramePr>
        <p:xfrm>
          <a:off x="3819906" y="620392"/>
          <a:ext cx="469773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0" name="Rectangle 109">
            <a:extLst>
              <a:ext uri="{FF2B5EF4-FFF2-40B4-BE49-F238E27FC236}">
                <a16:creationId xmlns:a16="http://schemas.microsoft.com/office/drawing/2014/main" id="{9089EED9-F54D-4F20-A2C6-949DE4176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11">
            <a:extLst>
              <a:ext uri="{FF2B5EF4-FFF2-40B4-BE49-F238E27FC236}">
                <a16:creationId xmlns:a16="http://schemas.microsoft.com/office/drawing/2014/main" id="{1A85619E-59AB-4E59-8DD1-77D17FCB3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19612" cy="6858000"/>
          </a:xfrm>
          <a:custGeom>
            <a:avLst/>
            <a:gdLst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424315 w 7579856"/>
              <a:gd name="connsiteY4" fmla="*/ 333533 h 6858000"/>
              <a:gd name="connsiteX5" fmla="*/ 7371566 w 7579856"/>
              <a:gd name="connsiteY5" fmla="*/ 479678 h 6858000"/>
              <a:gd name="connsiteX6" fmla="*/ 7333409 w 7579856"/>
              <a:gd name="connsiteY6" fmla="*/ 639474 h 6858000"/>
              <a:gd name="connsiteX7" fmla="*/ 7277592 w 7579856"/>
              <a:gd name="connsiteY7" fmla="*/ 752461 h 6858000"/>
              <a:gd name="connsiteX8" fmla="*/ 7168002 w 7579856"/>
              <a:gd name="connsiteY8" fmla="*/ 908523 h 6858000"/>
              <a:gd name="connsiteX9" fmla="*/ 6878697 w 7579856"/>
              <a:gd name="connsiteY9" fmla="*/ 1346641 h 6858000"/>
              <a:gd name="connsiteX10" fmla="*/ 6794992 w 7579856"/>
              <a:gd name="connsiteY10" fmla="*/ 1562952 h 6858000"/>
              <a:gd name="connsiteX11" fmla="*/ 6734639 w 7579856"/>
              <a:gd name="connsiteY11" fmla="*/ 1920622 h 6858000"/>
              <a:gd name="connsiteX12" fmla="*/ 6730519 w 7579856"/>
              <a:gd name="connsiteY12" fmla="*/ 2097872 h 6858000"/>
              <a:gd name="connsiteX13" fmla="*/ 6705894 w 7579856"/>
              <a:gd name="connsiteY13" fmla="*/ 2420416 h 6858000"/>
              <a:gd name="connsiteX14" fmla="*/ 6683705 w 7579856"/>
              <a:gd name="connsiteY14" fmla="*/ 2654677 h 6858000"/>
              <a:gd name="connsiteX15" fmla="*/ 6638423 w 7579856"/>
              <a:gd name="connsiteY15" fmla="*/ 2846969 h 6858000"/>
              <a:gd name="connsiteX16" fmla="*/ 6553674 w 7579856"/>
              <a:gd name="connsiteY16" fmla="*/ 3101886 h 6858000"/>
              <a:gd name="connsiteX17" fmla="*/ 6511102 w 7579856"/>
              <a:gd name="connsiteY17" fmla="*/ 3227971 h 6858000"/>
              <a:gd name="connsiteX18" fmla="*/ 6492768 w 7579856"/>
              <a:gd name="connsiteY18" fmla="*/ 3410007 h 6858000"/>
              <a:gd name="connsiteX19" fmla="*/ 6483278 w 7579856"/>
              <a:gd name="connsiteY19" fmla="*/ 3413112 h 6858000"/>
              <a:gd name="connsiteX20" fmla="*/ 6457853 w 7579856"/>
              <a:gd name="connsiteY20" fmla="*/ 3475597 h 6858000"/>
              <a:gd name="connsiteX21" fmla="*/ 6410459 w 7579856"/>
              <a:gd name="connsiteY21" fmla="*/ 3726672 h 6858000"/>
              <a:gd name="connsiteX22" fmla="*/ 6359621 w 7579856"/>
              <a:gd name="connsiteY22" fmla="*/ 3847892 h 6858000"/>
              <a:gd name="connsiteX23" fmla="*/ 6334856 w 7579856"/>
              <a:gd name="connsiteY23" fmla="*/ 3885724 h 6858000"/>
              <a:gd name="connsiteX24" fmla="*/ 6293786 w 7579856"/>
              <a:gd name="connsiteY24" fmla="*/ 3949434 h 6858000"/>
              <a:gd name="connsiteX25" fmla="*/ 6245606 w 7579856"/>
              <a:gd name="connsiteY25" fmla="*/ 3999200 h 6858000"/>
              <a:gd name="connsiteX26" fmla="*/ 6141951 w 7579856"/>
              <a:gd name="connsiteY26" fmla="*/ 4086732 h 6858000"/>
              <a:gd name="connsiteX27" fmla="*/ 6078664 w 7579856"/>
              <a:gd name="connsiteY27" fmla="*/ 4186250 h 6858000"/>
              <a:gd name="connsiteX28" fmla="*/ 6022393 w 7579856"/>
              <a:gd name="connsiteY28" fmla="*/ 4256032 h 6858000"/>
              <a:gd name="connsiteX29" fmla="*/ 5948407 w 7579856"/>
              <a:gd name="connsiteY29" fmla="*/ 4384326 h 6858000"/>
              <a:gd name="connsiteX30" fmla="*/ 5876649 w 7579856"/>
              <a:gd name="connsiteY30" fmla="*/ 4557747 h 6858000"/>
              <a:gd name="connsiteX31" fmla="*/ 5843760 w 7579856"/>
              <a:gd name="connsiteY31" fmla="*/ 4628455 h 6858000"/>
              <a:gd name="connsiteX32" fmla="*/ 5770009 w 7579856"/>
              <a:gd name="connsiteY32" fmla="*/ 4708689 h 6858000"/>
              <a:gd name="connsiteX33" fmla="*/ 5725056 w 7579856"/>
              <a:gd name="connsiteY33" fmla="*/ 4751553 h 6858000"/>
              <a:gd name="connsiteX34" fmla="*/ 5673106 w 7579856"/>
              <a:gd name="connsiteY34" fmla="*/ 4803022 h 6858000"/>
              <a:gd name="connsiteX35" fmla="*/ 5646635 w 7579856"/>
              <a:gd name="connsiteY35" fmla="*/ 4918486 h 6858000"/>
              <a:gd name="connsiteX36" fmla="*/ 5632308 w 7579856"/>
              <a:gd name="connsiteY36" fmla="*/ 5003261 h 6858000"/>
              <a:gd name="connsiteX37" fmla="*/ 5600041 w 7579856"/>
              <a:gd name="connsiteY37" fmla="*/ 5126502 h 6858000"/>
              <a:gd name="connsiteX38" fmla="*/ 5593786 w 7579856"/>
              <a:gd name="connsiteY38" fmla="*/ 5183759 h 6858000"/>
              <a:gd name="connsiteX39" fmla="*/ 5566847 w 7579856"/>
              <a:gd name="connsiteY39" fmla="*/ 5283130 h 6858000"/>
              <a:gd name="connsiteX40" fmla="*/ 5545211 w 7579856"/>
              <a:gd name="connsiteY40" fmla="*/ 5391620 h 6858000"/>
              <a:gd name="connsiteX41" fmla="*/ 5504490 w 7579856"/>
              <a:gd name="connsiteY41" fmla="*/ 5443028 h 6858000"/>
              <a:gd name="connsiteX42" fmla="*/ 5495036 w 7579856"/>
              <a:gd name="connsiteY42" fmla="*/ 5535042 h 6858000"/>
              <a:gd name="connsiteX43" fmla="*/ 5481653 w 7579856"/>
              <a:gd name="connsiteY43" fmla="*/ 5579759 h 6858000"/>
              <a:gd name="connsiteX44" fmla="*/ 5453795 w 7579856"/>
              <a:gd name="connsiteY44" fmla="*/ 5665992 h 6858000"/>
              <a:gd name="connsiteX45" fmla="*/ 5417837 w 7579856"/>
              <a:gd name="connsiteY45" fmla="*/ 5741729 h 6858000"/>
              <a:gd name="connsiteX46" fmla="*/ 5398588 w 7579856"/>
              <a:gd name="connsiteY46" fmla="*/ 5893367 h 6858000"/>
              <a:gd name="connsiteX47" fmla="*/ 5412427 w 7579856"/>
              <a:gd name="connsiteY47" fmla="*/ 5943796 h 6858000"/>
              <a:gd name="connsiteX48" fmla="*/ 5400101 w 7579856"/>
              <a:gd name="connsiteY48" fmla="*/ 6000335 h 6858000"/>
              <a:gd name="connsiteX49" fmla="*/ 5408124 w 7579856"/>
              <a:gd name="connsiteY49" fmla="*/ 6055832 h 6858000"/>
              <a:gd name="connsiteX50" fmla="*/ 5382772 w 7579856"/>
              <a:gd name="connsiteY50" fmla="*/ 6106527 h 6858000"/>
              <a:gd name="connsiteX51" fmla="*/ 5354118 w 7579856"/>
              <a:gd name="connsiteY51" fmla="*/ 6177715 h 6858000"/>
              <a:gd name="connsiteX52" fmla="*/ 5352724 w 7579856"/>
              <a:gd name="connsiteY52" fmla="*/ 6231835 h 6858000"/>
              <a:gd name="connsiteX53" fmla="*/ 5314801 w 7579856"/>
              <a:gd name="connsiteY53" fmla="*/ 6378377 h 6858000"/>
              <a:gd name="connsiteX54" fmla="*/ 5346289 w 7579856"/>
              <a:gd name="connsiteY54" fmla="*/ 6531204 h 6858000"/>
              <a:gd name="connsiteX55" fmla="*/ 5296493 w 7579856"/>
              <a:gd name="connsiteY55" fmla="*/ 6828948 h 6858000"/>
              <a:gd name="connsiteX56" fmla="*/ 5299149 w 7579856"/>
              <a:gd name="connsiteY56" fmla="*/ 6850700 h 6858000"/>
              <a:gd name="connsiteX57" fmla="*/ 5293995 w 7579856"/>
              <a:gd name="connsiteY57" fmla="*/ 6858000 h 6858000"/>
              <a:gd name="connsiteX58" fmla="*/ 0 w 7579856"/>
              <a:gd name="connsiteY58" fmla="*/ 685800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93573 w 7579856"/>
              <a:gd name="connsiteY3" fmla="*/ 399956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579856" h="6858000">
                <a:moveTo>
                  <a:pt x="0" y="0"/>
                </a:moveTo>
                <a:lnTo>
                  <a:pt x="7579856" y="0"/>
                </a:lnTo>
                <a:lnTo>
                  <a:pt x="7470504" y="260102"/>
                </a:lnTo>
                <a:cubicBezTo>
                  <a:pt x="7461630" y="268839"/>
                  <a:pt x="7394342" y="394464"/>
                  <a:pt x="7393573" y="399956"/>
                </a:cubicBezTo>
                <a:cubicBezTo>
                  <a:pt x="7377083" y="436552"/>
                  <a:pt x="7379826" y="422089"/>
                  <a:pt x="7371566" y="479678"/>
                </a:cubicBezTo>
                <a:cubicBezTo>
                  <a:pt x="7375726" y="514866"/>
                  <a:pt x="7314090" y="538026"/>
                  <a:pt x="7333409" y="639474"/>
                </a:cubicBezTo>
                <a:cubicBezTo>
                  <a:pt x="7304030" y="645989"/>
                  <a:pt x="7277305" y="734514"/>
                  <a:pt x="7277592" y="752461"/>
                </a:cubicBezTo>
                <a:cubicBezTo>
                  <a:pt x="7263957" y="826326"/>
                  <a:pt x="7190549" y="831933"/>
                  <a:pt x="7168002" y="908523"/>
                </a:cubicBezTo>
                <a:cubicBezTo>
                  <a:pt x="7159192" y="1017987"/>
                  <a:pt x="6881131" y="1275734"/>
                  <a:pt x="6878697" y="1346641"/>
                </a:cubicBezTo>
                <a:cubicBezTo>
                  <a:pt x="6857377" y="1450976"/>
                  <a:pt x="6800249" y="1488570"/>
                  <a:pt x="6794992" y="1562952"/>
                </a:cubicBezTo>
                <a:cubicBezTo>
                  <a:pt x="6777186" y="1744477"/>
                  <a:pt x="6752997" y="1733417"/>
                  <a:pt x="6734639" y="1920622"/>
                </a:cubicBezTo>
                <a:cubicBezTo>
                  <a:pt x="6723638" y="2037344"/>
                  <a:pt x="6741520" y="1981150"/>
                  <a:pt x="6730519" y="2097872"/>
                </a:cubicBezTo>
                <a:lnTo>
                  <a:pt x="6705894" y="2420416"/>
                </a:lnTo>
                <a:cubicBezTo>
                  <a:pt x="6699729" y="2429580"/>
                  <a:pt x="6687282" y="2640728"/>
                  <a:pt x="6683705" y="2654677"/>
                </a:cubicBezTo>
                <a:cubicBezTo>
                  <a:pt x="6659846" y="2709901"/>
                  <a:pt x="6664499" y="2789595"/>
                  <a:pt x="6638423" y="2846969"/>
                </a:cubicBezTo>
                <a:cubicBezTo>
                  <a:pt x="6619172" y="2849418"/>
                  <a:pt x="6569554" y="3118422"/>
                  <a:pt x="6553674" y="3101886"/>
                </a:cubicBezTo>
                <a:cubicBezTo>
                  <a:pt x="6557982" y="3144969"/>
                  <a:pt x="6529319" y="3203242"/>
                  <a:pt x="6511102" y="3227971"/>
                </a:cubicBezTo>
                <a:cubicBezTo>
                  <a:pt x="6488937" y="3278163"/>
                  <a:pt x="6507177" y="3372316"/>
                  <a:pt x="6492768" y="3410007"/>
                </a:cubicBezTo>
                <a:cubicBezTo>
                  <a:pt x="6489589" y="3410402"/>
                  <a:pt x="6486392" y="3411447"/>
                  <a:pt x="6483278" y="3413112"/>
                </a:cubicBezTo>
                <a:cubicBezTo>
                  <a:pt x="6465197" y="3422775"/>
                  <a:pt x="6453811" y="3450753"/>
                  <a:pt x="6457853" y="3475597"/>
                </a:cubicBezTo>
                <a:cubicBezTo>
                  <a:pt x="6460183" y="3580433"/>
                  <a:pt x="6430321" y="3652787"/>
                  <a:pt x="6410459" y="3726672"/>
                </a:cubicBezTo>
                <a:cubicBezTo>
                  <a:pt x="6384227" y="3807490"/>
                  <a:pt x="6365561" y="3727296"/>
                  <a:pt x="6359621" y="3847892"/>
                </a:cubicBezTo>
                <a:cubicBezTo>
                  <a:pt x="6342065" y="3848387"/>
                  <a:pt x="6336582" y="3860219"/>
                  <a:pt x="6334856" y="3885724"/>
                </a:cubicBezTo>
                <a:cubicBezTo>
                  <a:pt x="6321106" y="3924250"/>
                  <a:pt x="6288462" y="3896248"/>
                  <a:pt x="6293786" y="3949434"/>
                </a:cubicBezTo>
                <a:lnTo>
                  <a:pt x="6245606" y="3999200"/>
                </a:lnTo>
                <a:cubicBezTo>
                  <a:pt x="6252452" y="3999667"/>
                  <a:pt x="6147291" y="4071013"/>
                  <a:pt x="6141951" y="4086732"/>
                </a:cubicBezTo>
                <a:lnTo>
                  <a:pt x="6078664" y="4186250"/>
                </a:lnTo>
                <a:cubicBezTo>
                  <a:pt x="6043445" y="4216806"/>
                  <a:pt x="6044102" y="4223020"/>
                  <a:pt x="6022393" y="4256032"/>
                </a:cubicBezTo>
                <a:cubicBezTo>
                  <a:pt x="6000683" y="4289045"/>
                  <a:pt x="6004124" y="4308922"/>
                  <a:pt x="5948407" y="4384326"/>
                </a:cubicBezTo>
                <a:cubicBezTo>
                  <a:pt x="5917508" y="4413425"/>
                  <a:pt x="5922990" y="4499081"/>
                  <a:pt x="5876649" y="4557747"/>
                </a:cubicBezTo>
                <a:cubicBezTo>
                  <a:pt x="5858396" y="4553894"/>
                  <a:pt x="5841562" y="4597689"/>
                  <a:pt x="5843760" y="4628455"/>
                </a:cubicBezTo>
                <a:lnTo>
                  <a:pt x="5770009" y="4708689"/>
                </a:lnTo>
                <a:cubicBezTo>
                  <a:pt x="5744628" y="4703789"/>
                  <a:pt x="5756788" y="4718752"/>
                  <a:pt x="5725056" y="4751553"/>
                </a:cubicBezTo>
                <a:cubicBezTo>
                  <a:pt x="5704052" y="4760054"/>
                  <a:pt x="5698443" y="4778037"/>
                  <a:pt x="5673106" y="4803022"/>
                </a:cubicBezTo>
                <a:cubicBezTo>
                  <a:pt x="5653325" y="4810967"/>
                  <a:pt x="5666864" y="4896812"/>
                  <a:pt x="5646635" y="4918486"/>
                </a:cubicBezTo>
                <a:cubicBezTo>
                  <a:pt x="5631909" y="4941605"/>
                  <a:pt x="5659196" y="4943736"/>
                  <a:pt x="5632308" y="5003261"/>
                </a:cubicBezTo>
                <a:cubicBezTo>
                  <a:pt x="5612112" y="5060835"/>
                  <a:pt x="5619821" y="5064904"/>
                  <a:pt x="5600041" y="5126502"/>
                </a:cubicBezTo>
                <a:cubicBezTo>
                  <a:pt x="5586116" y="5167992"/>
                  <a:pt x="5601826" y="5161046"/>
                  <a:pt x="5593786" y="5183759"/>
                </a:cubicBezTo>
                <a:cubicBezTo>
                  <a:pt x="5561334" y="5210589"/>
                  <a:pt x="5598993" y="5264555"/>
                  <a:pt x="5566847" y="5283130"/>
                </a:cubicBezTo>
                <a:lnTo>
                  <a:pt x="5545211" y="5391620"/>
                </a:lnTo>
                <a:lnTo>
                  <a:pt x="5504490" y="5443028"/>
                </a:lnTo>
                <a:cubicBezTo>
                  <a:pt x="5494192" y="5459332"/>
                  <a:pt x="5499256" y="5522813"/>
                  <a:pt x="5495036" y="5535042"/>
                </a:cubicBezTo>
                <a:cubicBezTo>
                  <a:pt x="5479787" y="5537507"/>
                  <a:pt x="5482184" y="5553460"/>
                  <a:pt x="5481653" y="5579759"/>
                </a:cubicBezTo>
                <a:cubicBezTo>
                  <a:pt x="5471160" y="5620723"/>
                  <a:pt x="5461279" y="5625872"/>
                  <a:pt x="5453795" y="5665992"/>
                </a:cubicBezTo>
                <a:cubicBezTo>
                  <a:pt x="5424217" y="5715929"/>
                  <a:pt x="5429438" y="5686607"/>
                  <a:pt x="5417837" y="5741729"/>
                </a:cubicBezTo>
                <a:cubicBezTo>
                  <a:pt x="5401590" y="5774002"/>
                  <a:pt x="5420077" y="5829059"/>
                  <a:pt x="5398588" y="5893367"/>
                </a:cubicBezTo>
                <a:cubicBezTo>
                  <a:pt x="5382045" y="5933309"/>
                  <a:pt x="5422284" y="5921390"/>
                  <a:pt x="5412427" y="5943796"/>
                </a:cubicBezTo>
                <a:lnTo>
                  <a:pt x="5400101" y="6000335"/>
                </a:lnTo>
                <a:lnTo>
                  <a:pt x="5408124" y="6055832"/>
                </a:lnTo>
                <a:cubicBezTo>
                  <a:pt x="5410319" y="6059068"/>
                  <a:pt x="5377455" y="6104819"/>
                  <a:pt x="5382772" y="6106527"/>
                </a:cubicBezTo>
                <a:lnTo>
                  <a:pt x="5354118" y="6177715"/>
                </a:lnTo>
                <a:cubicBezTo>
                  <a:pt x="5353654" y="6195756"/>
                  <a:pt x="5353188" y="6213795"/>
                  <a:pt x="5352724" y="6231835"/>
                </a:cubicBezTo>
                <a:lnTo>
                  <a:pt x="5314801" y="6378377"/>
                </a:lnTo>
                <a:cubicBezTo>
                  <a:pt x="5286767" y="6424906"/>
                  <a:pt x="5363614" y="6441657"/>
                  <a:pt x="5346289" y="6531204"/>
                </a:cubicBezTo>
                <a:cubicBezTo>
                  <a:pt x="5336370" y="6605939"/>
                  <a:pt x="5310363" y="6768382"/>
                  <a:pt x="5296493" y="6828948"/>
                </a:cubicBezTo>
                <a:cubicBezTo>
                  <a:pt x="5300217" y="6838357"/>
                  <a:pt x="5300699" y="6845216"/>
                  <a:pt x="5299149" y="6850700"/>
                </a:cubicBezTo>
                <a:lnTo>
                  <a:pt x="529399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B8ACC8F-0F1C-E228-A1DB-78EA2A801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9629" y="114944"/>
            <a:ext cx="2442970" cy="49395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en-US" sz="31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Arquitectura</a:t>
            </a:r>
          </a:p>
        </p:txBody>
      </p:sp>
      <p:sp>
        <p:nvSpPr>
          <p:cNvPr id="122" name="Freeform: Shape 113">
            <a:extLst>
              <a:ext uri="{FF2B5EF4-FFF2-40B4-BE49-F238E27FC236}">
                <a16:creationId xmlns:a16="http://schemas.microsoft.com/office/drawing/2014/main" id="{B5AAC39E-8294-44DC-AB9F-2B9F22C39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9512" y="618119"/>
            <a:ext cx="4947277" cy="5615588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" dist="12700" dir="3000000" algn="tl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3" name="Rectangle 6">
            <a:extLst>
              <a:ext uri="{FF2B5EF4-FFF2-40B4-BE49-F238E27FC236}">
                <a16:creationId xmlns:a16="http://schemas.microsoft.com/office/drawing/2014/main" id="{11685A1B-C158-49A6-BF8F-0D4868852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11740" y="294856"/>
            <a:ext cx="1025719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5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Marcador de contenido 7" descr="Diagrama">
            <a:extLst>
              <a:ext uri="{FF2B5EF4-FFF2-40B4-BE49-F238E27FC236}">
                <a16:creationId xmlns:a16="http://schemas.microsoft.com/office/drawing/2014/main" id="{72DACFC7-731D-21D7-548F-CB364DB6E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48" y="608897"/>
            <a:ext cx="8681884" cy="612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61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079" y="101904"/>
            <a:ext cx="5605629" cy="99417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85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Roles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51679E5-DF4A-7FB8-33C8-52DE05CD5B69}"/>
              </a:ext>
            </a:extLst>
          </p:cNvPr>
          <p:cNvSpPr txBox="1"/>
          <p:nvPr/>
        </p:nvSpPr>
        <p:spPr>
          <a:xfrm>
            <a:off x="852321" y="1484671"/>
            <a:ext cx="5033221" cy="45314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Product Owner / Scrum Master (Rol Compartido)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Responsables: David Zurita </a:t>
            </a:r>
            <a:r>
              <a:rPr lang="en-US" i="1" dirty="0"/>
              <a:t>y Bruce Larco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Ambos gestionan los requisitos, priorizan el backlog, coordinan con el cliente, planifican el trabajo y supervisan el avance.</a:t>
            </a:r>
          </a:p>
          <a:p>
            <a:pPr lvl="0" defTabSz="914400"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Equipo de Desarrollo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Integrantes: David Zurita </a:t>
            </a:r>
            <a:r>
              <a:rPr lang="en-US" i="1" dirty="0"/>
              <a:t>y Bruce Larco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Realizan el diseño, programación, pruebas, integración y documentación del sistema.</a:t>
            </a:r>
          </a:p>
          <a:p>
            <a:pPr lvl="0" defTabSz="914400"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Justificación del Modelo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Debido a que el proyecto es ejecutado por un equipo de dos personas, los roles de gestión y desarrollo se unifican. Ambos integrantes cumplen funciones combinadas de Product Owner, Scrum Master y Desarrolladores, adaptando Scrum a un entorno minimalista.</a:t>
            </a:r>
          </a:p>
        </p:txBody>
      </p:sp>
      <p:sp>
        <p:nvSpPr>
          <p:cNvPr id="48" name="Rectangle 22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9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50" name="Graphic 19" descr="Usuarios">
            <a:extLst>
              <a:ext uri="{FF2B5EF4-FFF2-40B4-BE49-F238E27FC236}">
                <a16:creationId xmlns:a16="http://schemas.microsoft.com/office/drawing/2014/main" id="{592DD050-4C02-281E-7385-BFD36FD7CE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37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Triangle 39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1">
            <a:extLst>
              <a:ext uri="{FF2B5EF4-FFF2-40B4-BE49-F238E27FC236}">
                <a16:creationId xmlns:a16="http://schemas.microsoft.com/office/drawing/2014/main" id="{C37E9D4B-7BFA-4D10-B666-547BAC499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A7BAC52E-FA16-24D7-16C0-ACD7E1C508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133" y="1111719"/>
            <a:ext cx="6937821" cy="4630994"/>
          </a:xfrm>
          <a:prstGeom prst="rect">
            <a:avLst/>
          </a:prstGeom>
        </p:spPr>
      </p:pic>
      <p:pic>
        <p:nvPicPr>
          <p:cNvPr id="19" name="Graphic 18" descr="Cement truck">
            <a:extLst>
              <a:ext uri="{FF2B5EF4-FFF2-40B4-BE49-F238E27FC236}">
                <a16:creationId xmlns:a16="http://schemas.microsoft.com/office/drawing/2014/main" id="{93F14452-AA4B-C01B-92AE-E239031C67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15454" y="623275"/>
            <a:ext cx="2413000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Fases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006B63-47D8-07E9-5BD2-018DD175DB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2419461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BE149CDF-5DAC-4860-A285-9492CF209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9" name="Picture 48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60" name="Rectangle 50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Rectangle 52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3906" y="729175"/>
            <a:ext cx="8324514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3974" y="905011"/>
            <a:ext cx="2722166" cy="1889135"/>
          </a:xfrm>
        </p:spPr>
        <p:txBody>
          <a:bodyPr anchor="b">
            <a:normAutofit/>
          </a:bodyPr>
          <a:lstStyle/>
          <a:p>
            <a:r>
              <a:rPr lang="es-CL" sz="4200"/>
              <a:t>Cierre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3974" y="2965592"/>
            <a:ext cx="2722166" cy="2987397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s-MX" sz="1600"/>
              <a:t>BarrioLink permitirá impulsar la modernización de las juntas de vecinos, mejorando la comunicación, la organización y la participación comunitaria. La solución integrada ofrece beneficios sostenibles, escalables y alineados con las necesidades reales del territorio.</a:t>
            </a:r>
          </a:p>
        </p:txBody>
      </p:sp>
      <p:pic>
        <p:nvPicPr>
          <p:cNvPr id="4" name="Imagen 3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E5F3CA56-202B-ECDB-9299-1C4DB2A835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06" r="7337"/>
          <a:stretch>
            <a:fillRect/>
          </a:stretch>
        </p:blipFill>
        <p:spPr>
          <a:xfrm>
            <a:off x="4019363" y="895610"/>
            <a:ext cx="4580374" cy="50580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541</Words>
  <Application>Microsoft Office PowerPoint</Application>
  <PresentationFormat>Presentación en pantalla (4:3)</PresentationFormat>
  <Paragraphs>63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Introducción</vt:lpstr>
      <vt:lpstr>Contexto</vt:lpstr>
      <vt:lpstr>Problemática</vt:lpstr>
      <vt:lpstr>Necesidad</vt:lpstr>
      <vt:lpstr>Requerimientos del usuario</vt:lpstr>
      <vt:lpstr>Requerimientos técnicos</vt:lpstr>
      <vt:lpstr>Solución</vt:lpstr>
      <vt:lpstr>Kickoff</vt:lpstr>
      <vt:lpstr>Metodología</vt:lpstr>
      <vt:lpstr>Arquitectura</vt:lpstr>
      <vt:lpstr>Roles</vt:lpstr>
      <vt:lpstr>Presentación de PowerPoint</vt:lpstr>
      <vt:lpstr>Fases</vt:lpstr>
      <vt:lpstr>Cierre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BRUCE . LARCO RIQUELME</cp:lastModifiedBy>
  <cp:revision>4</cp:revision>
  <dcterms:created xsi:type="dcterms:W3CDTF">2013-01-27T09:14:16Z</dcterms:created>
  <dcterms:modified xsi:type="dcterms:W3CDTF">2025-11-25T23:16:59Z</dcterms:modified>
  <cp:category/>
</cp:coreProperties>
</file>