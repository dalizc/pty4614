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21E383-5174-40E0-882C-BD4A51FDF145}" v="1" dt="2025-12-03T21:59:41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ce larco" userId="7582802b1fe67b81" providerId="LiveId" clId="{96780D1D-266B-4D47-891B-A8DB4FF4300F}"/>
    <pc:docChg chg="undo custSel modSld">
      <pc:chgData name="bruce larco" userId="7582802b1fe67b81" providerId="LiveId" clId="{96780D1D-266B-4D47-891B-A8DB4FF4300F}" dt="2025-12-03T22:04:22.396" v="184" actId="207"/>
      <pc:docMkLst>
        <pc:docMk/>
      </pc:docMkLst>
      <pc:sldChg chg="addSp delSp modSp mod setBg delDesignElem">
        <pc:chgData name="bruce larco" userId="7582802b1fe67b81" providerId="LiveId" clId="{96780D1D-266B-4D47-891B-A8DB4FF4300F}" dt="2025-12-03T22:00:08.508" v="138" actId="26606"/>
        <pc:sldMkLst>
          <pc:docMk/>
          <pc:sldMk cId="0" sldId="256"/>
        </pc:sldMkLst>
        <pc:spChg chg="mod">
          <ac:chgData name="bruce larco" userId="7582802b1fe67b81" providerId="LiveId" clId="{96780D1D-266B-4D47-891B-A8DB4FF4300F}" dt="2025-12-03T22:00:08.508" v="138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uce larco" userId="7582802b1fe67b81" providerId="LiveId" clId="{96780D1D-266B-4D47-891B-A8DB4FF4300F}" dt="2025-12-03T22:00:08.508" v="138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bruce larco" userId="7582802b1fe67b81" providerId="LiveId" clId="{96780D1D-266B-4D47-891B-A8DB4FF4300F}" dt="2025-12-03T21:59:21.881" v="122" actId="26606"/>
          <ac:spMkLst>
            <pc:docMk/>
            <pc:sldMk cId="0" sldId="256"/>
            <ac:spMk id="11" creationId="{560AFAAC-EA6C-45A9-9E03-C9C9F0193B4F}"/>
          </ac:spMkLst>
        </pc:spChg>
        <pc:spChg chg="add del">
          <ac:chgData name="bruce larco" userId="7582802b1fe67b81" providerId="LiveId" clId="{96780D1D-266B-4D47-891B-A8DB4FF4300F}" dt="2025-12-03T21:59:21.881" v="122" actId="26606"/>
          <ac:spMkLst>
            <pc:docMk/>
            <pc:sldMk cId="0" sldId="256"/>
            <ac:spMk id="13" creationId="{83549E37-C86B-4401-90BD-D8BF83859F14}"/>
          </ac:spMkLst>
        </pc:spChg>
        <pc:spChg chg="add del">
          <ac:chgData name="bruce larco" userId="7582802b1fe67b81" providerId="LiveId" clId="{96780D1D-266B-4D47-891B-A8DB4FF4300F}" dt="2025-12-03T21:59:21.881" v="122" actId="26606"/>
          <ac:spMkLst>
            <pc:docMk/>
            <pc:sldMk cId="0" sldId="256"/>
            <ac:spMk id="15" creationId="{8A17784E-76D8-4521-A77D-0D2EBB923004}"/>
          </ac:spMkLst>
        </pc:spChg>
        <pc:spChg chg="add del">
          <ac:chgData name="bruce larco" userId="7582802b1fe67b81" providerId="LiveId" clId="{96780D1D-266B-4D47-891B-A8DB4FF4300F}" dt="2025-12-03T21:59:21.881" v="122" actId="26606"/>
          <ac:spMkLst>
            <pc:docMk/>
            <pc:sldMk cId="0" sldId="256"/>
            <ac:spMk id="17" creationId="{C0036C6B-F09C-4EAB-AE02-8D056EE74856}"/>
          </ac:spMkLst>
        </pc:spChg>
        <pc:spChg chg="add del">
          <ac:chgData name="bruce larco" userId="7582802b1fe67b81" providerId="LiveId" clId="{96780D1D-266B-4D47-891B-A8DB4FF4300F}" dt="2025-12-03T21:59:21.881" v="122" actId="26606"/>
          <ac:spMkLst>
            <pc:docMk/>
            <pc:sldMk cId="0" sldId="256"/>
            <ac:spMk id="19" creationId="{FC8D5885-2804-4D3C-BE31-902E4D3279B0}"/>
          </ac:spMkLst>
        </pc:spChg>
        <pc:spChg chg="add del">
          <ac:chgData name="bruce larco" userId="7582802b1fe67b81" providerId="LiveId" clId="{96780D1D-266B-4D47-891B-A8DB4FF4300F}" dt="2025-12-03T21:59:21.866" v="121" actId="26606"/>
          <ac:spMkLst>
            <pc:docMk/>
            <pc:sldMk cId="0" sldId="256"/>
            <ac:spMk id="24" creationId="{2EB492CD-616E-47F8-933B-5E2D952A0593}"/>
          </ac:spMkLst>
        </pc:spChg>
        <pc:spChg chg="add del">
          <ac:chgData name="bruce larco" userId="7582802b1fe67b81" providerId="LiveId" clId="{96780D1D-266B-4D47-891B-A8DB4FF4300F}" dt="2025-12-03T21:59:21.866" v="121" actId="26606"/>
          <ac:spMkLst>
            <pc:docMk/>
            <pc:sldMk cId="0" sldId="256"/>
            <ac:spMk id="26" creationId="{59383CF9-23B5-4335-9B21-1791C4CF1C75}"/>
          </ac:spMkLst>
        </pc:spChg>
        <pc:spChg chg="add del">
          <ac:chgData name="bruce larco" userId="7582802b1fe67b81" providerId="LiveId" clId="{96780D1D-266B-4D47-891B-A8DB4FF4300F}" dt="2025-12-03T21:59:21.866" v="121" actId="26606"/>
          <ac:spMkLst>
            <pc:docMk/>
            <pc:sldMk cId="0" sldId="256"/>
            <ac:spMk id="28" creationId="{0007FE00-9498-4706-B255-6437B0252C02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56"/>
            <ac:spMk id="30" creationId="{C0763A76-9F1C-4FC5-82B7-DD475DA461B2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56"/>
            <ac:spMk id="31" creationId="{E81BF4F6-F2CF-4984-9D14-D6966D92F99F}"/>
          </ac:spMkLst>
        </pc:spChg>
        <pc:picChg chg="mod ord">
          <ac:chgData name="bruce larco" userId="7582802b1fe67b81" providerId="LiveId" clId="{96780D1D-266B-4D47-891B-A8DB4FF4300F}" dt="2025-12-03T22:00:08.508" v="138" actId="26606"/>
          <ac:picMkLst>
            <pc:docMk/>
            <pc:sldMk cId="0" sldId="256"/>
            <ac:picMk id="6" creationId="{801D8941-FDD9-856E-7553-5AFE4CF50927}"/>
          </ac:picMkLst>
        </pc:picChg>
        <pc:picChg chg="add">
          <ac:chgData name="bruce larco" userId="7582802b1fe67b81" providerId="LiveId" clId="{96780D1D-266B-4D47-891B-A8DB4FF4300F}" dt="2025-12-03T22:00:08.508" v="138" actId="26606"/>
          <ac:picMkLst>
            <pc:docMk/>
            <pc:sldMk cId="0" sldId="256"/>
            <ac:picMk id="8" creationId="{1CF706DA-13E8-4A4F-9260-551FB8127BDD}"/>
          </ac:picMkLst>
        </pc:picChg>
      </pc:sldChg>
      <pc:sldChg chg="modSp mod">
        <pc:chgData name="bruce larco" userId="7582802b1fe67b81" providerId="LiveId" clId="{96780D1D-266B-4D47-891B-A8DB4FF4300F}" dt="2025-12-03T22:00:25.809" v="140" actId="255"/>
        <pc:sldMkLst>
          <pc:docMk/>
          <pc:sldMk cId="0" sldId="257"/>
        </pc:sldMkLst>
        <pc:spChg chg="mod">
          <ac:chgData name="bruce larco" userId="7582802b1fe67b81" providerId="LiveId" clId="{96780D1D-266B-4D47-891B-A8DB4FF4300F}" dt="2025-12-03T22:00:17.202" v="139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ruce larco" userId="7582802b1fe67b81" providerId="LiveId" clId="{96780D1D-266B-4D47-891B-A8DB4FF4300F}" dt="2025-12-03T22:00:25.809" v="140" actId="255"/>
          <ac:spMkLst>
            <pc:docMk/>
            <pc:sldMk cId="0" sldId="257"/>
            <ac:spMk id="3" creationId="{00000000-0000-0000-0000-000000000000}"/>
          </ac:spMkLst>
        </pc:spChg>
        <pc:picChg chg="mod ord">
          <ac:chgData name="bruce larco" userId="7582802b1fe67b81" providerId="LiveId" clId="{96780D1D-266B-4D47-891B-A8DB4FF4300F}" dt="2025-12-03T22:00:17.202" v="139" actId="26606"/>
          <ac:picMkLst>
            <pc:docMk/>
            <pc:sldMk cId="0" sldId="257"/>
            <ac:picMk id="4" creationId="{43CEF7B3-FC32-D355-0C0F-36F4783DBE9C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0:40.221" v="144" actId="26606"/>
        <pc:sldMkLst>
          <pc:docMk/>
          <pc:sldMk cId="0" sldId="258"/>
        </pc:sldMkLst>
        <pc:spChg chg="mod">
          <ac:chgData name="bruce larco" userId="7582802b1fe67b81" providerId="LiveId" clId="{96780D1D-266B-4D47-891B-A8DB4FF4300F}" dt="2025-12-03T22:00:40.221" v="14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8"/>
            <ac:spMk id="21" creationId="{C5278130-DFE0-457B-8698-88DF69019DDE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8"/>
            <ac:spMk id="22" creationId="{2F99531B-1681-4D6E-BECB-18325B33A618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8"/>
            <ac:spMk id="23" creationId="{20344094-430A-400B-804B-910E696A1A9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8"/>
            <ac:spMk id="24" creationId="{453C67DF-7782-4E57-AB9B-F1B4811AD8FE}"/>
          </ac:spMkLst>
        </pc:spChg>
        <pc:graphicFrameChg chg="mod modGraphic">
          <ac:chgData name="bruce larco" userId="7582802b1fe67b81" providerId="LiveId" clId="{96780D1D-266B-4D47-891B-A8DB4FF4300F}" dt="2025-12-03T22:00:40.221" v="144" actId="26606"/>
          <ac:graphicFrameMkLst>
            <pc:docMk/>
            <pc:sldMk cId="0" sldId="258"/>
            <ac:graphicFrameMk id="27" creationId="{F2A047F6-B7E1-68EB-A54A-67DCB2B6E2CC}"/>
          </ac:graphicFrameMkLst>
        </pc:graphicFrameChg>
        <pc:picChg chg="add">
          <ac:chgData name="bruce larco" userId="7582802b1fe67b81" providerId="LiveId" clId="{96780D1D-266B-4D47-891B-A8DB4FF4300F}" dt="2025-12-03T22:00:40.221" v="144" actId="26606"/>
          <ac:picMkLst>
            <pc:docMk/>
            <pc:sldMk cId="0" sldId="258"/>
            <ac:picMk id="32" creationId="{A8D526D7-C782-4F65-A21F-A6B40D869B47}"/>
          </ac:picMkLst>
        </pc:picChg>
        <pc:cxnChg chg="del">
          <ac:chgData name="bruce larco" userId="7582802b1fe67b81" providerId="LiveId" clId="{96780D1D-266B-4D47-891B-A8DB4FF4300F}" dt="2025-12-03T21:59:41.808" v="136"/>
          <ac:cxnSpMkLst>
            <pc:docMk/>
            <pc:sldMk cId="0" sldId="258"/>
            <ac:cxnSpMk id="25" creationId="{B03A5AE3-BD30-455C-842B-7626C8BEF097}"/>
          </ac:cxnSpMkLst>
        </pc:cxnChg>
        <pc:cxnChg chg="del">
          <ac:chgData name="bruce larco" userId="7582802b1fe67b81" providerId="LiveId" clId="{96780D1D-266B-4D47-891B-A8DB4FF4300F}" dt="2025-12-03T21:59:41.808" v="136"/>
          <ac:cxnSpMkLst>
            <pc:docMk/>
            <pc:sldMk cId="0" sldId="258"/>
            <ac:cxnSpMk id="26" creationId="{2DBECAA5-1F2D-470D-875C-8F2C2CA3E54B}"/>
          </ac:cxnSpMkLst>
        </pc:cxnChg>
      </pc:sldChg>
      <pc:sldChg chg="addSp delSp modSp mod setBg delDesignElem">
        <pc:chgData name="bruce larco" userId="7582802b1fe67b81" providerId="LiveId" clId="{96780D1D-266B-4D47-891B-A8DB4FF4300F}" dt="2025-12-03T22:00:52.103" v="145" actId="26606"/>
        <pc:sldMkLst>
          <pc:docMk/>
          <pc:sldMk cId="0" sldId="259"/>
        </pc:sldMkLst>
        <pc:spChg chg="mod">
          <ac:chgData name="bruce larco" userId="7582802b1fe67b81" providerId="LiveId" clId="{96780D1D-266B-4D47-891B-A8DB4FF4300F}" dt="2025-12-03T22:00:52.103" v="145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ruce larco" userId="7582802b1fe67b81" providerId="LiveId" clId="{96780D1D-266B-4D47-891B-A8DB4FF4300F}" dt="2025-12-03T22:00:52.103" v="145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bruce larco" userId="7582802b1fe67b81" providerId="LiveId" clId="{96780D1D-266B-4D47-891B-A8DB4FF4300F}" dt="2025-12-03T22:00:52.103" v="145" actId="26606"/>
          <ac:spMkLst>
            <pc:docMk/>
            <pc:sldMk cId="0" sldId="259"/>
            <ac:spMk id="5" creationId="{69652D62-ECFB-408E-ABE6-155A644F433D}"/>
          </ac:spMkLst>
        </pc:spChg>
        <pc:spChg chg="add">
          <ac:chgData name="bruce larco" userId="7582802b1fe67b81" providerId="LiveId" clId="{96780D1D-266B-4D47-891B-A8DB4FF4300F}" dt="2025-12-03T22:00:52.103" v="145" actId="26606"/>
          <ac:spMkLst>
            <pc:docMk/>
            <pc:sldMk cId="0" sldId="259"/>
            <ac:spMk id="6" creationId="{C1FEA985-924B-4044-8778-32D1E7164C0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8" creationId="{1709F1D5-B0F1-4714-A239-E5B61C161915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10" creationId="{228FB460-D3FF-4440-A020-05982A09E517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12" creationId="{14847E93-7DC1-4D4B-8829-B19AA7137C5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14" creationId="{5566D6E1-03A1-4D73-A4E0-35D74D568A04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16" creationId="{9F835A99-04AC-494A-A572-AFE8413CC938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18" creationId="{7B786209-1B0B-4CA9-9BDD-F7327066A84D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20" creationId="{2D2964BB-484D-45AE-AD66-D407D0629652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59"/>
            <ac:spMk id="22" creationId="{6691AC69-A76E-4DAB-B565-468B6B87ACF3}"/>
          </ac:spMkLst>
        </pc:spChg>
        <pc:cxnChg chg="add">
          <ac:chgData name="bruce larco" userId="7582802b1fe67b81" providerId="LiveId" clId="{96780D1D-266B-4D47-891B-A8DB4FF4300F}" dt="2025-12-03T22:00:52.103" v="145" actId="26606"/>
          <ac:cxnSpMkLst>
            <pc:docMk/>
            <pc:sldMk cId="0" sldId="259"/>
            <ac:cxnSpMk id="7" creationId="{96C7F9CB-BCC3-4648-8DEF-07B0887D87D6}"/>
          </ac:cxnSpMkLst>
        </pc:cxnChg>
      </pc:sldChg>
      <pc:sldChg chg="addSp delSp modSp mod setBg delDesignElem">
        <pc:chgData name="bruce larco" userId="7582802b1fe67b81" providerId="LiveId" clId="{96780D1D-266B-4D47-891B-A8DB4FF4300F}" dt="2025-12-03T22:00:59.215" v="146" actId="26606"/>
        <pc:sldMkLst>
          <pc:docMk/>
          <pc:sldMk cId="0" sldId="260"/>
        </pc:sldMkLst>
        <pc:spChg chg="mod">
          <ac:chgData name="bruce larco" userId="7582802b1fe67b81" providerId="LiveId" clId="{96780D1D-266B-4D47-891B-A8DB4FF4300F}" dt="2025-12-03T22:00:59.215" v="146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0"/>
            <ac:spMk id="9" creationId="{44AD29B6-BF3B-4407-9E75-52DF8E3B29F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0"/>
            <ac:spMk id="11" creationId="{55F8BA08-3E38-4B70-B93A-74F08E092206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0"/>
            <ac:spMk id="13" creationId="{357F1B33-79AB-4A71-8CEC-4546D709B8C8}"/>
          </ac:spMkLst>
        </pc:spChg>
        <pc:graphicFrameChg chg="mod modGraphic">
          <ac:chgData name="bruce larco" userId="7582802b1fe67b81" providerId="LiveId" clId="{96780D1D-266B-4D47-891B-A8DB4FF4300F}" dt="2025-12-03T22:00:59.215" v="146" actId="26606"/>
          <ac:graphicFrameMkLst>
            <pc:docMk/>
            <pc:sldMk cId="0" sldId="260"/>
            <ac:graphicFrameMk id="5" creationId="{27AAC949-B831-4DE4-01A9-A6EFF029755F}"/>
          </ac:graphicFrameMkLst>
        </pc:graphicFrameChg>
        <pc:picChg chg="add">
          <ac:chgData name="bruce larco" userId="7582802b1fe67b81" providerId="LiveId" clId="{96780D1D-266B-4D47-891B-A8DB4FF4300F}" dt="2025-12-03T22:00:59.215" v="146" actId="26606"/>
          <ac:picMkLst>
            <pc:docMk/>
            <pc:sldMk cId="0" sldId="260"/>
            <ac:picMk id="10" creationId="{A8D526D7-C782-4F65-A21F-A6B40D869B47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1:07.330" v="147" actId="26606"/>
        <pc:sldMkLst>
          <pc:docMk/>
          <pc:sldMk cId="0" sldId="261"/>
        </pc:sldMkLst>
        <pc:spChg chg="mod">
          <ac:chgData name="bruce larco" userId="7582802b1fe67b81" providerId="LiveId" clId="{96780D1D-266B-4D47-891B-A8DB4FF4300F}" dt="2025-12-03T22:01:07.330" v="147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1"/>
            <ac:spMk id="9" creationId="{44AD29B6-BF3B-4407-9E75-52DF8E3B29F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1"/>
            <ac:spMk id="11" creationId="{55F8BA08-3E38-4B70-B93A-74F08E092206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1"/>
            <ac:spMk id="13" creationId="{357F1B33-79AB-4A71-8CEC-4546D709B8C8}"/>
          </ac:spMkLst>
        </pc:spChg>
        <pc:graphicFrameChg chg="mod modGraphic">
          <ac:chgData name="bruce larco" userId="7582802b1fe67b81" providerId="LiveId" clId="{96780D1D-266B-4D47-891B-A8DB4FF4300F}" dt="2025-12-03T22:01:07.330" v="147" actId="26606"/>
          <ac:graphicFrameMkLst>
            <pc:docMk/>
            <pc:sldMk cId="0" sldId="261"/>
            <ac:graphicFrameMk id="5" creationId="{EDC6F417-F265-D67F-85DB-9DCB133F2197}"/>
          </ac:graphicFrameMkLst>
        </pc:graphicFrameChg>
        <pc:picChg chg="add">
          <ac:chgData name="bruce larco" userId="7582802b1fe67b81" providerId="LiveId" clId="{96780D1D-266B-4D47-891B-A8DB4FF4300F}" dt="2025-12-03T22:01:07.330" v="147" actId="26606"/>
          <ac:picMkLst>
            <pc:docMk/>
            <pc:sldMk cId="0" sldId="261"/>
            <ac:picMk id="10" creationId="{A8D526D7-C782-4F65-A21F-A6B40D869B47}"/>
          </ac:picMkLst>
        </pc:picChg>
      </pc:sldChg>
      <pc:sldChg chg="delSp modSp mod setBg delDesignElem">
        <pc:chgData name="bruce larco" userId="7582802b1fe67b81" providerId="LiveId" clId="{96780D1D-266B-4D47-891B-A8DB4FF4300F}" dt="2025-12-03T22:01:16.984" v="148" actId="26606"/>
        <pc:sldMkLst>
          <pc:docMk/>
          <pc:sldMk cId="0" sldId="262"/>
        </pc:sldMkLst>
        <pc:spChg chg="mod">
          <ac:chgData name="bruce larco" userId="7582802b1fe67b81" providerId="LiveId" clId="{96780D1D-266B-4D47-891B-A8DB4FF4300F}" dt="2025-12-03T22:01:16.984" v="148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2"/>
            <ac:spMk id="9" creationId="{44AD29B6-BF3B-4407-9E75-52DF8E3B29F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2"/>
            <ac:spMk id="11" creationId="{55F8BA08-3E38-4B70-B93A-74F08E092206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2"/>
            <ac:spMk id="13" creationId="{357F1B33-79AB-4A71-8CEC-4546D709B8C8}"/>
          </ac:spMkLst>
        </pc:spChg>
        <pc:graphicFrameChg chg="mod modGraphic">
          <ac:chgData name="bruce larco" userId="7582802b1fe67b81" providerId="LiveId" clId="{96780D1D-266B-4D47-891B-A8DB4FF4300F}" dt="2025-12-03T22:01:16.984" v="148" actId="26606"/>
          <ac:graphicFrameMkLst>
            <pc:docMk/>
            <pc:sldMk cId="0" sldId="262"/>
            <ac:graphicFrameMk id="5" creationId="{FADF3BCB-606A-694F-5DE5-0931FA08E120}"/>
          </ac:graphicFrameMkLst>
        </pc:graphicFrameChg>
      </pc:sldChg>
      <pc:sldChg chg="delSp modSp mod setBg delDesignElem">
        <pc:chgData name="bruce larco" userId="7582802b1fe67b81" providerId="LiveId" clId="{96780D1D-266B-4D47-891B-A8DB4FF4300F}" dt="2025-12-03T22:01:29.340" v="149" actId="26606"/>
        <pc:sldMkLst>
          <pc:docMk/>
          <pc:sldMk cId="0" sldId="263"/>
        </pc:sldMkLst>
        <pc:spChg chg="mod">
          <ac:chgData name="bruce larco" userId="7582802b1fe67b81" providerId="LiveId" clId="{96780D1D-266B-4D47-891B-A8DB4FF4300F}" dt="2025-12-03T22:01:29.340" v="149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3"/>
            <ac:spMk id="9" creationId="{44AD29B6-BF3B-4407-9E75-52DF8E3B29F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3"/>
            <ac:spMk id="11" creationId="{55F8BA08-3E38-4B70-B93A-74F08E092206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3"/>
            <ac:spMk id="13" creationId="{357F1B33-79AB-4A71-8CEC-4546D709B8C8}"/>
          </ac:spMkLst>
        </pc:spChg>
        <pc:graphicFrameChg chg="mod modGraphic">
          <ac:chgData name="bruce larco" userId="7582802b1fe67b81" providerId="LiveId" clId="{96780D1D-266B-4D47-891B-A8DB4FF4300F}" dt="2025-12-03T22:01:29.340" v="149" actId="26606"/>
          <ac:graphicFrameMkLst>
            <pc:docMk/>
            <pc:sldMk cId="0" sldId="263"/>
            <ac:graphicFrameMk id="5" creationId="{56CE750A-58C5-96D8-7472-4551563563D3}"/>
          </ac:graphicFrameMkLst>
        </pc:graphicFrameChg>
      </pc:sldChg>
      <pc:sldChg chg="addSp delSp modSp mod setBg delDesignElem">
        <pc:chgData name="bruce larco" userId="7582802b1fe67b81" providerId="LiveId" clId="{96780D1D-266B-4D47-891B-A8DB4FF4300F}" dt="2025-12-03T22:02:07.253" v="156" actId="26606"/>
        <pc:sldMkLst>
          <pc:docMk/>
          <pc:sldMk cId="0" sldId="265"/>
        </pc:sldMkLst>
        <pc:spChg chg="mod">
          <ac:chgData name="bruce larco" userId="7582802b1fe67b81" providerId="LiveId" clId="{96780D1D-266B-4D47-891B-A8DB4FF4300F}" dt="2025-12-03T22:02:07.253" v="156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5"/>
            <ac:spMk id="9" creationId="{DCC231C8-C761-4B31-9B1C-C6D19248C6B3}"/>
          </ac:spMkLst>
        </pc:spChg>
        <pc:graphicFrameChg chg="mod modGraphic">
          <ac:chgData name="bruce larco" userId="7582802b1fe67b81" providerId="LiveId" clId="{96780D1D-266B-4D47-891B-A8DB4FF4300F}" dt="2025-12-03T22:02:07.253" v="156" actId="26606"/>
          <ac:graphicFrameMkLst>
            <pc:docMk/>
            <pc:sldMk cId="0" sldId="265"/>
            <ac:graphicFrameMk id="5" creationId="{444D3678-D2FD-5CEF-3EB8-208CA750AD88}"/>
          </ac:graphicFrameMkLst>
        </pc:graphicFrameChg>
        <pc:picChg chg="add">
          <ac:chgData name="bruce larco" userId="7582802b1fe67b81" providerId="LiveId" clId="{96780D1D-266B-4D47-891B-A8DB4FF4300F}" dt="2025-12-03T22:02:07.253" v="156" actId="26606"/>
          <ac:picMkLst>
            <pc:docMk/>
            <pc:sldMk cId="0" sldId="265"/>
            <ac:picMk id="7" creationId="{A8D526D7-C782-4F65-A21F-A6B40D869B47}"/>
          </ac:picMkLst>
        </pc:picChg>
        <pc:picChg chg="add del">
          <ac:chgData name="bruce larco" userId="7582802b1fe67b81" providerId="LiveId" clId="{96780D1D-266B-4D47-891B-A8DB4FF4300F}" dt="2025-12-03T22:01:53.876" v="151" actId="26606"/>
          <ac:picMkLst>
            <pc:docMk/>
            <pc:sldMk cId="0" sldId="265"/>
            <ac:picMk id="10" creationId="{82AABC82-C2D1-4340-A6DF-6E73DF06FCAC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2:54.599" v="173" actId="20577"/>
        <pc:sldMkLst>
          <pc:docMk/>
          <pc:sldMk cId="0" sldId="266"/>
        </pc:sldMkLst>
        <pc:spChg chg="mod">
          <ac:chgData name="bruce larco" userId="7582802b1fe67b81" providerId="LiveId" clId="{96780D1D-266B-4D47-891B-A8DB4FF4300F}" dt="2025-12-03T22:02:25.959" v="159" actId="26606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bruce larco" userId="7582802b1fe67b81" providerId="LiveId" clId="{96780D1D-266B-4D47-891B-A8DB4FF4300F}" dt="2025-12-03T22:02:54.599" v="173" actId="20577"/>
          <ac:spMkLst>
            <pc:docMk/>
            <pc:sldMk cId="0" sldId="266"/>
            <ac:spMk id="47" creationId="{951679E5-DF4A-7FB8-33C8-52DE05CD5B69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6"/>
            <ac:spMk id="48" creationId="{59A309A7-1751-4ABE-A3C1-EEC40366AD89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6"/>
            <ac:spMk id="49" creationId="{967D8EB6-EAE1-4F9C-B398-83321E287204}"/>
          </ac:spMkLst>
        </pc:spChg>
        <pc:picChg chg="mod">
          <ac:chgData name="bruce larco" userId="7582802b1fe67b81" providerId="LiveId" clId="{96780D1D-266B-4D47-891B-A8DB4FF4300F}" dt="2025-12-03T22:02:25.959" v="159" actId="26606"/>
          <ac:picMkLst>
            <pc:docMk/>
            <pc:sldMk cId="0" sldId="266"/>
            <ac:picMk id="50" creationId="{592DD050-4C02-281E-7385-BFD36FD7CE41}"/>
          </ac:picMkLst>
        </pc:picChg>
        <pc:picChg chg="add">
          <ac:chgData name="bruce larco" userId="7582802b1fe67b81" providerId="LiveId" clId="{96780D1D-266B-4D47-891B-A8DB4FF4300F}" dt="2025-12-03T22:02:25.959" v="159" actId="26606"/>
          <ac:picMkLst>
            <pc:docMk/>
            <pc:sldMk cId="0" sldId="266"/>
            <ac:picMk id="55" creationId="{5405F23C-C82E-4181-95EA-321F3D891A40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3:42.763" v="180" actId="26606"/>
        <pc:sldMkLst>
          <pc:docMk/>
          <pc:sldMk cId="0" sldId="267"/>
        </pc:sldMkLst>
        <pc:spChg chg="add del">
          <ac:chgData name="bruce larco" userId="7582802b1fe67b81" providerId="LiveId" clId="{96780D1D-266B-4D47-891B-A8DB4FF4300F}" dt="2025-12-03T22:03:39.847" v="179" actId="478"/>
          <ac:spMkLst>
            <pc:docMk/>
            <pc:sldMk cId="0" sldId="267"/>
            <ac:spMk id="9" creationId="{4199AB4D-7920-C2B1-6FF5-86AE8D79E4BD}"/>
          </ac:spMkLst>
        </pc:spChg>
        <pc:spChg chg="add del">
          <ac:chgData name="bruce larco" userId="7582802b1fe67b81" providerId="LiveId" clId="{96780D1D-266B-4D47-891B-A8DB4FF4300F}" dt="2025-12-03T22:03:42.763" v="180" actId="26606"/>
          <ac:spMkLst>
            <pc:docMk/>
            <pc:sldMk cId="0" sldId="267"/>
            <ac:spMk id="12" creationId="{0A22D114-11B7-46ED-94A9-18DC1C977BF4}"/>
          </ac:spMkLst>
        </pc:spChg>
        <pc:spChg chg="add">
          <ac:chgData name="bruce larco" userId="7582802b1fe67b81" providerId="LiveId" clId="{96780D1D-266B-4D47-891B-A8DB4FF4300F}" dt="2025-12-03T22:03:42.763" v="180" actId="26606"/>
          <ac:spMkLst>
            <pc:docMk/>
            <pc:sldMk cId="0" sldId="267"/>
            <ac:spMk id="14" creationId="{772527DF-A25C-46B4-A5D9-BBE2E310ACAF}"/>
          </ac:spMkLst>
        </pc:spChg>
        <pc:spChg chg="add">
          <ac:chgData name="bruce larco" userId="7582802b1fe67b81" providerId="LiveId" clId="{96780D1D-266B-4D47-891B-A8DB4FF4300F}" dt="2025-12-03T22:03:42.763" v="180" actId="26606"/>
          <ac:spMkLst>
            <pc:docMk/>
            <pc:sldMk cId="0" sldId="267"/>
            <ac:spMk id="17" creationId="{5C56FD3A-4F39-4752-AC00-DB25CCA4ED73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7"/>
            <ac:spMk id="48" creationId="{22F15A2D-2324-487D-A02A-BF46C5C580EB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7"/>
            <ac:spMk id="49" creationId="{2AEAFA59-923A-4F54-8B49-44C970BCC323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7"/>
            <ac:spMk id="50" creationId="{C37E9D4B-7BFA-4D10-B666-547BAC499469}"/>
          </ac:spMkLst>
        </pc:spChg>
        <pc:picChg chg="mod">
          <ac:chgData name="bruce larco" userId="7582802b1fe67b81" providerId="LiveId" clId="{96780D1D-266B-4D47-891B-A8DB4FF4300F}" dt="2025-12-03T22:03:42.763" v="180" actId="26606"/>
          <ac:picMkLst>
            <pc:docMk/>
            <pc:sldMk cId="0" sldId="267"/>
            <ac:picMk id="5" creationId="{A7BAC52E-FA16-24D7-16C0-ACD7E1C508E7}"/>
          </ac:picMkLst>
        </pc:picChg>
        <pc:picChg chg="del">
          <ac:chgData name="bruce larco" userId="7582802b1fe67b81" providerId="LiveId" clId="{96780D1D-266B-4D47-891B-A8DB4FF4300F}" dt="2025-12-03T22:03:06.592" v="174" actId="478"/>
          <ac:picMkLst>
            <pc:docMk/>
            <pc:sldMk cId="0" sldId="267"/>
            <ac:picMk id="19" creationId="{93F14452-AA4B-C01B-92AE-E239031C67A8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3:50.145" v="181" actId="26606"/>
        <pc:sldMkLst>
          <pc:docMk/>
          <pc:sldMk cId="0" sldId="268"/>
        </pc:sldMkLst>
        <pc:spChg chg="mod">
          <ac:chgData name="bruce larco" userId="7582802b1fe67b81" providerId="LiveId" clId="{96780D1D-266B-4D47-891B-A8DB4FF4300F}" dt="2025-12-03T22:03:50.145" v="181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8"/>
            <ac:spMk id="9" creationId="{44AD29B6-BF3B-4407-9E75-52DF8E3B29F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8"/>
            <ac:spMk id="11" creationId="{55F8BA08-3E38-4B70-B93A-74F08E092206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0" sldId="268"/>
            <ac:spMk id="13" creationId="{357F1B33-79AB-4A71-8CEC-4546D709B8C8}"/>
          </ac:spMkLst>
        </pc:spChg>
        <pc:graphicFrameChg chg="mod modGraphic">
          <ac:chgData name="bruce larco" userId="7582802b1fe67b81" providerId="LiveId" clId="{96780D1D-266B-4D47-891B-A8DB4FF4300F}" dt="2025-12-03T22:03:50.145" v="181" actId="26606"/>
          <ac:graphicFrameMkLst>
            <pc:docMk/>
            <pc:sldMk cId="0" sldId="268"/>
            <ac:graphicFrameMk id="5" creationId="{65006B63-47D8-07E9-5BD2-018DD175DB60}"/>
          </ac:graphicFrameMkLst>
        </pc:graphicFrameChg>
        <pc:picChg chg="add">
          <ac:chgData name="bruce larco" userId="7582802b1fe67b81" providerId="LiveId" clId="{96780D1D-266B-4D47-891B-A8DB4FF4300F}" dt="2025-12-03T22:03:50.145" v="181" actId="26606"/>
          <ac:picMkLst>
            <pc:docMk/>
            <pc:sldMk cId="0" sldId="268"/>
            <ac:picMk id="10" creationId="{A8D526D7-C782-4F65-A21F-A6B40D869B47}"/>
          </ac:picMkLst>
        </pc:picChg>
      </pc:sldChg>
      <pc:sldChg chg="addSp delSp modSp mod setBg delDesignElem">
        <pc:chgData name="bruce larco" userId="7582802b1fe67b81" providerId="LiveId" clId="{96780D1D-266B-4D47-891B-A8DB4FF4300F}" dt="2025-12-03T22:04:22.396" v="184" actId="207"/>
        <pc:sldMkLst>
          <pc:docMk/>
          <pc:sldMk cId="0" sldId="269"/>
        </pc:sldMkLst>
        <pc:spChg chg="mod">
          <ac:chgData name="bruce larco" userId="7582802b1fe67b81" providerId="LiveId" clId="{96780D1D-266B-4D47-891B-A8DB4FF4300F}" dt="2025-12-03T22:04:03.241" v="182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bruce larco" userId="7582802b1fe67b81" providerId="LiveId" clId="{96780D1D-266B-4D47-891B-A8DB4FF4300F}" dt="2025-12-03T22:04:22.396" v="184" actId="207"/>
          <ac:spMkLst>
            <pc:docMk/>
            <pc:sldMk cId="0" sldId="269"/>
            <ac:spMk id="3" creationId="{00000000-0000-0000-0000-000000000000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69"/>
            <ac:spMk id="57" creationId="{0D7B6173-1D58-48E2-83CF-37350F315F75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69"/>
            <ac:spMk id="58" creationId="{BE149CDF-5DAC-4860-A285-9492CF2090AA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69"/>
            <ac:spMk id="60" creationId="{21BDEC81-16A7-4451-B893-C15000083B77}"/>
          </ac:spMkLst>
        </pc:spChg>
        <pc:spChg chg="add del">
          <ac:chgData name="bruce larco" userId="7582802b1fe67b81" providerId="LiveId" clId="{96780D1D-266B-4D47-891B-A8DB4FF4300F}" dt="2025-12-03T21:59:41.808" v="136"/>
          <ac:spMkLst>
            <pc:docMk/>
            <pc:sldMk cId="0" sldId="269"/>
            <ac:spMk id="61" creationId="{26A515A1-4D80-430E-BE0A-71A290516A82}"/>
          </ac:spMkLst>
        </pc:spChg>
        <pc:picChg chg="add mod ord">
          <ac:chgData name="bruce larco" userId="7582802b1fe67b81" providerId="LiveId" clId="{96780D1D-266B-4D47-891B-A8DB4FF4300F}" dt="2025-12-03T22:04:03.241" v="182" actId="26606"/>
          <ac:picMkLst>
            <pc:docMk/>
            <pc:sldMk cId="0" sldId="269"/>
            <ac:picMk id="4" creationId="{E5F3CA56-202B-ECDB-9299-1C4DB2A8350A}"/>
          </ac:picMkLst>
        </pc:picChg>
        <pc:picChg chg="add del">
          <ac:chgData name="bruce larco" userId="7582802b1fe67b81" providerId="LiveId" clId="{96780D1D-266B-4D47-891B-A8DB4FF4300F}" dt="2025-12-03T21:59:41.808" v="136"/>
          <ac:picMkLst>
            <pc:docMk/>
            <pc:sldMk cId="0" sldId="269"/>
            <ac:picMk id="59" creationId="{B0DAC8FB-A162-44E3-A606-C855A03A5B09}"/>
          </ac:picMkLst>
        </pc:picChg>
      </pc:sldChg>
      <pc:sldChg chg="delSp modSp mod delDesignElem">
        <pc:chgData name="bruce larco" userId="7582802b1fe67b81" providerId="LiveId" clId="{96780D1D-266B-4D47-891B-A8DB4FF4300F}" dt="2025-12-03T21:59:41.808" v="136"/>
        <pc:sldMkLst>
          <pc:docMk/>
          <pc:sldMk cId="2053761236" sldId="270"/>
        </pc:sldMkLst>
        <pc:spChg chg="mod">
          <ac:chgData name="bruce larco" userId="7582802b1fe67b81" providerId="LiveId" clId="{96780D1D-266B-4D47-891B-A8DB4FF4300F}" dt="2025-11-22T17:48:33.688" v="7" actId="1076"/>
          <ac:spMkLst>
            <pc:docMk/>
            <pc:sldMk cId="2053761236" sldId="270"/>
            <ac:spMk id="2" creationId="{2B8ACC8F-0F1C-E228-A1DB-78EA2A801D17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2053761236" sldId="270"/>
            <ac:spMk id="120" creationId="{9089EED9-F54D-4F20-A2C6-949DE4176959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2053761236" sldId="270"/>
            <ac:spMk id="121" creationId="{1A85619E-59AB-4E59-8DD1-77D17FCB331C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2053761236" sldId="270"/>
            <ac:spMk id="122" creationId="{B5AAC39E-8294-44DC-AB9F-2B9F22C397E1}"/>
          </ac:spMkLst>
        </pc:spChg>
        <pc:spChg chg="del">
          <ac:chgData name="bruce larco" userId="7582802b1fe67b81" providerId="LiveId" clId="{96780D1D-266B-4D47-891B-A8DB4FF4300F}" dt="2025-12-03T21:59:41.808" v="136"/>
          <ac:spMkLst>
            <pc:docMk/>
            <pc:sldMk cId="2053761236" sldId="270"/>
            <ac:spMk id="123" creationId="{11685A1B-C158-49A6-BF8F-0D48688527D1}"/>
          </ac:spMkLst>
        </pc:spChg>
        <pc:picChg chg="mod">
          <ac:chgData name="bruce larco" userId="7582802b1fe67b81" providerId="LiveId" clId="{96780D1D-266B-4D47-891B-A8DB4FF4300F}" dt="2025-11-22T17:49:01.127" v="14" actId="1076"/>
          <ac:picMkLst>
            <pc:docMk/>
            <pc:sldMk cId="2053761236" sldId="270"/>
            <ac:picMk id="8" creationId="{72DACFC7-731D-21D7-548F-CB364DB6EB56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4ECE15-DAA8-4AED-82BF-9440864FDEC9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EE5211-C0ED-4AB0-BF9A-52CB629F90F4}">
      <dgm:prSet/>
      <dgm:spPr/>
      <dgm:t>
        <a:bodyPr/>
        <a:lstStyle/>
        <a:p>
          <a:r>
            <a:rPr lang="en-US" dirty="0"/>
            <a:t>• Dificultad para Gestionar solicitudes Como certificados, proyectos y actividades.</a:t>
          </a:r>
        </a:p>
      </dgm:t>
    </dgm:pt>
    <dgm:pt modelId="{AF152E7B-0193-4BDB-9714-6A67DCAA9750}" type="parTrans" cxnId="{44B34D6D-F1FA-4D54-A1F2-92960F9F65BA}">
      <dgm:prSet/>
      <dgm:spPr/>
      <dgm:t>
        <a:bodyPr/>
        <a:lstStyle/>
        <a:p>
          <a:endParaRPr lang="en-US"/>
        </a:p>
      </dgm:t>
    </dgm:pt>
    <dgm:pt modelId="{543368C9-46EA-4794-8A4F-7AF25BF6E942}" type="sibTrans" cxnId="{44B34D6D-F1FA-4D54-A1F2-92960F9F65BA}">
      <dgm:prSet/>
      <dgm:spPr/>
      <dgm:t>
        <a:bodyPr/>
        <a:lstStyle/>
        <a:p>
          <a:endParaRPr lang="en-US"/>
        </a:p>
      </dgm:t>
    </dgm:pt>
    <dgm:pt modelId="{65EC77C8-35ED-4E05-A92E-9DC0AFB552DC}">
      <dgm:prSet/>
      <dgm:spPr/>
      <dgm:t>
        <a:bodyPr/>
        <a:lstStyle/>
        <a:p>
          <a:r>
            <a:rPr lang="en-US"/>
            <a:t>• Falta de comunicación efectiva entre directiva y vecinos.</a:t>
          </a:r>
        </a:p>
      </dgm:t>
    </dgm:pt>
    <dgm:pt modelId="{79DB74B8-1B5E-4C58-B89C-55A03A819868}" type="parTrans" cxnId="{71FBD471-7BAE-40B8-8271-F6AD7ED65BC0}">
      <dgm:prSet/>
      <dgm:spPr/>
      <dgm:t>
        <a:bodyPr/>
        <a:lstStyle/>
        <a:p>
          <a:endParaRPr lang="en-US"/>
        </a:p>
      </dgm:t>
    </dgm:pt>
    <dgm:pt modelId="{511156D2-491A-45DC-BD8F-DD950130EAB7}" type="sibTrans" cxnId="{71FBD471-7BAE-40B8-8271-F6AD7ED65BC0}">
      <dgm:prSet/>
      <dgm:spPr/>
      <dgm:t>
        <a:bodyPr/>
        <a:lstStyle/>
        <a:p>
          <a:endParaRPr lang="en-US"/>
        </a:p>
      </dgm:t>
    </dgm:pt>
    <dgm:pt modelId="{BC1D95C5-CF5D-4023-82B4-3975A458428F}">
      <dgm:prSet/>
      <dgm:spPr/>
      <dgm:t>
        <a:bodyPr/>
        <a:lstStyle/>
        <a:p>
          <a:r>
            <a:rPr lang="en-US" dirty="0"/>
            <a:t>• Procesos manuales, demorosos y propensos a errores.</a:t>
          </a:r>
        </a:p>
      </dgm:t>
    </dgm:pt>
    <dgm:pt modelId="{6E61D8A6-69F1-42BC-93CD-17E3EFD82475}" type="parTrans" cxnId="{DCDC4860-E8E0-4F91-B70B-24250A0EDCA6}">
      <dgm:prSet/>
      <dgm:spPr/>
      <dgm:t>
        <a:bodyPr/>
        <a:lstStyle/>
        <a:p>
          <a:endParaRPr lang="en-US"/>
        </a:p>
      </dgm:t>
    </dgm:pt>
    <dgm:pt modelId="{185C6ABD-2389-41AE-AF17-7F3ABD3A2427}" type="sibTrans" cxnId="{DCDC4860-E8E0-4F91-B70B-24250A0EDCA6}">
      <dgm:prSet/>
      <dgm:spPr/>
      <dgm:t>
        <a:bodyPr/>
        <a:lstStyle/>
        <a:p>
          <a:endParaRPr lang="en-US"/>
        </a:p>
      </dgm:t>
    </dgm:pt>
    <dgm:pt modelId="{21D45C35-2FB7-4424-9108-625DC7E2736F}">
      <dgm:prSet/>
      <dgm:spPr/>
      <dgm:t>
        <a:bodyPr/>
        <a:lstStyle/>
        <a:p>
          <a:r>
            <a:rPr lang="en-US" dirty="0"/>
            <a:t>• Falta de registro organizado de vecinos, actividades y documentación.</a:t>
          </a:r>
        </a:p>
      </dgm:t>
    </dgm:pt>
    <dgm:pt modelId="{BD501319-AF69-46EC-BE65-148E00872B28}" type="parTrans" cxnId="{BCA2F0F2-A86A-4276-89B0-C83B2057DF8D}">
      <dgm:prSet/>
      <dgm:spPr/>
      <dgm:t>
        <a:bodyPr/>
        <a:lstStyle/>
        <a:p>
          <a:endParaRPr lang="en-US"/>
        </a:p>
      </dgm:t>
    </dgm:pt>
    <dgm:pt modelId="{851739DB-FDCA-4C97-8889-83EF031ECCE4}" type="sibTrans" cxnId="{BCA2F0F2-A86A-4276-89B0-C83B2057DF8D}">
      <dgm:prSet/>
      <dgm:spPr/>
      <dgm:t>
        <a:bodyPr/>
        <a:lstStyle/>
        <a:p>
          <a:endParaRPr lang="en-US"/>
        </a:p>
      </dgm:t>
    </dgm:pt>
    <dgm:pt modelId="{005B9DDB-B12D-4B9C-8FFC-AA84C33C74D0}" type="pres">
      <dgm:prSet presAssocID="{1C4ECE15-DAA8-4AED-82BF-9440864FDEC9}" presName="outerComposite" presStyleCnt="0">
        <dgm:presLayoutVars>
          <dgm:chMax val="5"/>
          <dgm:dir/>
          <dgm:resizeHandles val="exact"/>
        </dgm:presLayoutVars>
      </dgm:prSet>
      <dgm:spPr/>
    </dgm:pt>
    <dgm:pt modelId="{F625BC06-DBAA-43B3-B0E7-3147624E4131}" type="pres">
      <dgm:prSet presAssocID="{1C4ECE15-DAA8-4AED-82BF-9440864FDEC9}" presName="dummyMaxCanvas" presStyleCnt="0">
        <dgm:presLayoutVars/>
      </dgm:prSet>
      <dgm:spPr/>
    </dgm:pt>
    <dgm:pt modelId="{DE35C715-5838-4C13-B1DC-8FD8B85ADACF}" type="pres">
      <dgm:prSet presAssocID="{1C4ECE15-DAA8-4AED-82BF-9440864FDEC9}" presName="FourNodes_1" presStyleLbl="node1" presStyleIdx="0" presStyleCnt="4">
        <dgm:presLayoutVars>
          <dgm:bulletEnabled val="1"/>
        </dgm:presLayoutVars>
      </dgm:prSet>
      <dgm:spPr/>
    </dgm:pt>
    <dgm:pt modelId="{A30F822D-3661-4546-8662-3F542FBD32E0}" type="pres">
      <dgm:prSet presAssocID="{1C4ECE15-DAA8-4AED-82BF-9440864FDEC9}" presName="FourNodes_2" presStyleLbl="node1" presStyleIdx="1" presStyleCnt="4">
        <dgm:presLayoutVars>
          <dgm:bulletEnabled val="1"/>
        </dgm:presLayoutVars>
      </dgm:prSet>
      <dgm:spPr/>
    </dgm:pt>
    <dgm:pt modelId="{8DFC1146-814B-4D55-BD74-A62C45159243}" type="pres">
      <dgm:prSet presAssocID="{1C4ECE15-DAA8-4AED-82BF-9440864FDEC9}" presName="FourNodes_3" presStyleLbl="node1" presStyleIdx="2" presStyleCnt="4">
        <dgm:presLayoutVars>
          <dgm:bulletEnabled val="1"/>
        </dgm:presLayoutVars>
      </dgm:prSet>
      <dgm:spPr/>
    </dgm:pt>
    <dgm:pt modelId="{9D34DA2A-144A-46E1-9971-1AD5F3F10DC6}" type="pres">
      <dgm:prSet presAssocID="{1C4ECE15-DAA8-4AED-82BF-9440864FDEC9}" presName="FourNodes_4" presStyleLbl="node1" presStyleIdx="3" presStyleCnt="4">
        <dgm:presLayoutVars>
          <dgm:bulletEnabled val="1"/>
        </dgm:presLayoutVars>
      </dgm:prSet>
      <dgm:spPr/>
    </dgm:pt>
    <dgm:pt modelId="{9609AF80-8F29-4F91-9716-1A0EB499E9B3}" type="pres">
      <dgm:prSet presAssocID="{1C4ECE15-DAA8-4AED-82BF-9440864FDEC9}" presName="FourConn_1-2" presStyleLbl="fgAccFollowNode1" presStyleIdx="0" presStyleCnt="3">
        <dgm:presLayoutVars>
          <dgm:bulletEnabled val="1"/>
        </dgm:presLayoutVars>
      </dgm:prSet>
      <dgm:spPr/>
    </dgm:pt>
    <dgm:pt modelId="{BEEF7948-EC86-48BC-B6EB-DA0F4C598B6B}" type="pres">
      <dgm:prSet presAssocID="{1C4ECE15-DAA8-4AED-82BF-9440864FDEC9}" presName="FourConn_2-3" presStyleLbl="fgAccFollowNode1" presStyleIdx="1" presStyleCnt="3">
        <dgm:presLayoutVars>
          <dgm:bulletEnabled val="1"/>
        </dgm:presLayoutVars>
      </dgm:prSet>
      <dgm:spPr/>
    </dgm:pt>
    <dgm:pt modelId="{08B07EE4-5102-4736-A603-372B0DADCBBE}" type="pres">
      <dgm:prSet presAssocID="{1C4ECE15-DAA8-4AED-82BF-9440864FDEC9}" presName="FourConn_3-4" presStyleLbl="fgAccFollowNode1" presStyleIdx="2" presStyleCnt="3">
        <dgm:presLayoutVars>
          <dgm:bulletEnabled val="1"/>
        </dgm:presLayoutVars>
      </dgm:prSet>
      <dgm:spPr/>
    </dgm:pt>
    <dgm:pt modelId="{C2AF7811-F8E0-4653-88A9-76F707751589}" type="pres">
      <dgm:prSet presAssocID="{1C4ECE15-DAA8-4AED-82BF-9440864FDEC9}" presName="FourNodes_1_text" presStyleLbl="node1" presStyleIdx="3" presStyleCnt="4">
        <dgm:presLayoutVars>
          <dgm:bulletEnabled val="1"/>
        </dgm:presLayoutVars>
      </dgm:prSet>
      <dgm:spPr/>
    </dgm:pt>
    <dgm:pt modelId="{E7F55A10-0BD2-4713-BCCF-15956B401EF6}" type="pres">
      <dgm:prSet presAssocID="{1C4ECE15-DAA8-4AED-82BF-9440864FDEC9}" presName="FourNodes_2_text" presStyleLbl="node1" presStyleIdx="3" presStyleCnt="4">
        <dgm:presLayoutVars>
          <dgm:bulletEnabled val="1"/>
        </dgm:presLayoutVars>
      </dgm:prSet>
      <dgm:spPr/>
    </dgm:pt>
    <dgm:pt modelId="{0990455C-C9AF-413F-978D-80FA1DC45A98}" type="pres">
      <dgm:prSet presAssocID="{1C4ECE15-DAA8-4AED-82BF-9440864FDEC9}" presName="FourNodes_3_text" presStyleLbl="node1" presStyleIdx="3" presStyleCnt="4">
        <dgm:presLayoutVars>
          <dgm:bulletEnabled val="1"/>
        </dgm:presLayoutVars>
      </dgm:prSet>
      <dgm:spPr/>
    </dgm:pt>
    <dgm:pt modelId="{95AA2F87-4782-4935-BD5F-113C65EA3569}" type="pres">
      <dgm:prSet presAssocID="{1C4ECE15-DAA8-4AED-82BF-9440864FDEC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D89F22-B155-416E-8C01-1327BF842EFF}" type="presOf" srcId="{65EC77C8-35ED-4E05-A92E-9DC0AFB552DC}" destId="{A30F822D-3661-4546-8662-3F542FBD32E0}" srcOrd="0" destOrd="0" presId="urn:microsoft.com/office/officeart/2005/8/layout/vProcess5"/>
    <dgm:cxn modelId="{89D39A34-DEAA-4E6F-8AC0-8CE5DCE8D7D2}" type="presOf" srcId="{BC1D95C5-CF5D-4023-82B4-3975A458428F}" destId="{8DFC1146-814B-4D55-BD74-A62C45159243}" srcOrd="0" destOrd="0" presId="urn:microsoft.com/office/officeart/2005/8/layout/vProcess5"/>
    <dgm:cxn modelId="{DCDC4860-E8E0-4F91-B70B-24250A0EDCA6}" srcId="{1C4ECE15-DAA8-4AED-82BF-9440864FDEC9}" destId="{BC1D95C5-CF5D-4023-82B4-3975A458428F}" srcOrd="2" destOrd="0" parTransId="{6E61D8A6-69F1-42BC-93CD-17E3EFD82475}" sibTransId="{185C6ABD-2389-41AE-AF17-7F3ABD3A2427}"/>
    <dgm:cxn modelId="{EC10A864-D20E-4B8F-B0E9-CE6AC61C5C09}" type="presOf" srcId="{185C6ABD-2389-41AE-AF17-7F3ABD3A2427}" destId="{08B07EE4-5102-4736-A603-372B0DADCBBE}" srcOrd="0" destOrd="0" presId="urn:microsoft.com/office/officeart/2005/8/layout/vProcess5"/>
    <dgm:cxn modelId="{44B34D6D-F1FA-4D54-A1F2-92960F9F65BA}" srcId="{1C4ECE15-DAA8-4AED-82BF-9440864FDEC9}" destId="{DCEE5211-C0ED-4AB0-BF9A-52CB629F90F4}" srcOrd="0" destOrd="0" parTransId="{AF152E7B-0193-4BDB-9714-6A67DCAA9750}" sibTransId="{543368C9-46EA-4794-8A4F-7AF25BF6E942}"/>
    <dgm:cxn modelId="{71FBD471-7BAE-40B8-8271-F6AD7ED65BC0}" srcId="{1C4ECE15-DAA8-4AED-82BF-9440864FDEC9}" destId="{65EC77C8-35ED-4E05-A92E-9DC0AFB552DC}" srcOrd="1" destOrd="0" parTransId="{79DB74B8-1B5E-4C58-B89C-55A03A819868}" sibTransId="{511156D2-491A-45DC-BD8F-DD950130EAB7}"/>
    <dgm:cxn modelId="{EEEB0477-1CDD-471F-90BB-DEFFDE7D552D}" type="presOf" srcId="{1C4ECE15-DAA8-4AED-82BF-9440864FDEC9}" destId="{005B9DDB-B12D-4B9C-8FFC-AA84C33C74D0}" srcOrd="0" destOrd="0" presId="urn:microsoft.com/office/officeart/2005/8/layout/vProcess5"/>
    <dgm:cxn modelId="{0A6C3877-67DE-4672-A173-D349C9FC7033}" type="presOf" srcId="{543368C9-46EA-4794-8A4F-7AF25BF6E942}" destId="{9609AF80-8F29-4F91-9716-1A0EB499E9B3}" srcOrd="0" destOrd="0" presId="urn:microsoft.com/office/officeart/2005/8/layout/vProcess5"/>
    <dgm:cxn modelId="{FBD56377-1411-4BBF-A2DA-1AFA9608CB3F}" type="presOf" srcId="{DCEE5211-C0ED-4AB0-BF9A-52CB629F90F4}" destId="{DE35C715-5838-4C13-B1DC-8FD8B85ADACF}" srcOrd="0" destOrd="0" presId="urn:microsoft.com/office/officeart/2005/8/layout/vProcess5"/>
    <dgm:cxn modelId="{D29A3C89-2578-4B14-87CA-93531BD1FB75}" type="presOf" srcId="{511156D2-491A-45DC-BD8F-DD950130EAB7}" destId="{BEEF7948-EC86-48BC-B6EB-DA0F4C598B6B}" srcOrd="0" destOrd="0" presId="urn:microsoft.com/office/officeart/2005/8/layout/vProcess5"/>
    <dgm:cxn modelId="{DD9CC48B-72EA-4551-AB4B-E9B9F0EBAF8E}" type="presOf" srcId="{21D45C35-2FB7-4424-9108-625DC7E2736F}" destId="{95AA2F87-4782-4935-BD5F-113C65EA3569}" srcOrd="1" destOrd="0" presId="urn:microsoft.com/office/officeart/2005/8/layout/vProcess5"/>
    <dgm:cxn modelId="{7008B998-ECE7-41CA-AFD9-732AADF7092C}" type="presOf" srcId="{BC1D95C5-CF5D-4023-82B4-3975A458428F}" destId="{0990455C-C9AF-413F-978D-80FA1DC45A98}" srcOrd="1" destOrd="0" presId="urn:microsoft.com/office/officeart/2005/8/layout/vProcess5"/>
    <dgm:cxn modelId="{8B0D19BD-379B-4E7C-A692-EA2F9BC79B92}" type="presOf" srcId="{21D45C35-2FB7-4424-9108-625DC7E2736F}" destId="{9D34DA2A-144A-46E1-9971-1AD5F3F10DC6}" srcOrd="0" destOrd="0" presId="urn:microsoft.com/office/officeart/2005/8/layout/vProcess5"/>
    <dgm:cxn modelId="{49D8B5C7-2253-4828-AF1A-D1675D1E7408}" type="presOf" srcId="{65EC77C8-35ED-4E05-A92E-9DC0AFB552DC}" destId="{E7F55A10-0BD2-4713-BCCF-15956B401EF6}" srcOrd="1" destOrd="0" presId="urn:microsoft.com/office/officeart/2005/8/layout/vProcess5"/>
    <dgm:cxn modelId="{C10232E3-27D1-4061-AE30-6EA064FE615F}" type="presOf" srcId="{DCEE5211-C0ED-4AB0-BF9A-52CB629F90F4}" destId="{C2AF7811-F8E0-4653-88A9-76F707751589}" srcOrd="1" destOrd="0" presId="urn:microsoft.com/office/officeart/2005/8/layout/vProcess5"/>
    <dgm:cxn modelId="{BCA2F0F2-A86A-4276-89B0-C83B2057DF8D}" srcId="{1C4ECE15-DAA8-4AED-82BF-9440864FDEC9}" destId="{21D45C35-2FB7-4424-9108-625DC7E2736F}" srcOrd="3" destOrd="0" parTransId="{BD501319-AF69-46EC-BE65-148E00872B28}" sibTransId="{851739DB-FDCA-4C97-8889-83EF031ECCE4}"/>
    <dgm:cxn modelId="{3B70A16B-521E-4657-951B-49109DB09B0D}" type="presParOf" srcId="{005B9DDB-B12D-4B9C-8FFC-AA84C33C74D0}" destId="{F625BC06-DBAA-43B3-B0E7-3147624E4131}" srcOrd="0" destOrd="0" presId="urn:microsoft.com/office/officeart/2005/8/layout/vProcess5"/>
    <dgm:cxn modelId="{DBE55521-4E1E-45B6-91A9-2A2C35FB1FC0}" type="presParOf" srcId="{005B9DDB-B12D-4B9C-8FFC-AA84C33C74D0}" destId="{DE35C715-5838-4C13-B1DC-8FD8B85ADACF}" srcOrd="1" destOrd="0" presId="urn:microsoft.com/office/officeart/2005/8/layout/vProcess5"/>
    <dgm:cxn modelId="{7E6F4420-D7EB-45D9-9F53-C886F3507919}" type="presParOf" srcId="{005B9DDB-B12D-4B9C-8FFC-AA84C33C74D0}" destId="{A30F822D-3661-4546-8662-3F542FBD32E0}" srcOrd="2" destOrd="0" presId="urn:microsoft.com/office/officeart/2005/8/layout/vProcess5"/>
    <dgm:cxn modelId="{E54DA2E7-9FCE-4DF6-953E-15BF3779EC82}" type="presParOf" srcId="{005B9DDB-B12D-4B9C-8FFC-AA84C33C74D0}" destId="{8DFC1146-814B-4D55-BD74-A62C45159243}" srcOrd="3" destOrd="0" presId="urn:microsoft.com/office/officeart/2005/8/layout/vProcess5"/>
    <dgm:cxn modelId="{447EB6B5-DFDE-454E-A779-2764BB48B3BC}" type="presParOf" srcId="{005B9DDB-B12D-4B9C-8FFC-AA84C33C74D0}" destId="{9D34DA2A-144A-46E1-9971-1AD5F3F10DC6}" srcOrd="4" destOrd="0" presId="urn:microsoft.com/office/officeart/2005/8/layout/vProcess5"/>
    <dgm:cxn modelId="{740F168C-65F8-4EA7-B9C5-9030CE7EB29D}" type="presParOf" srcId="{005B9DDB-B12D-4B9C-8FFC-AA84C33C74D0}" destId="{9609AF80-8F29-4F91-9716-1A0EB499E9B3}" srcOrd="5" destOrd="0" presId="urn:microsoft.com/office/officeart/2005/8/layout/vProcess5"/>
    <dgm:cxn modelId="{8A22E1D3-8C27-45D1-950F-F13CC4A1BF61}" type="presParOf" srcId="{005B9DDB-B12D-4B9C-8FFC-AA84C33C74D0}" destId="{BEEF7948-EC86-48BC-B6EB-DA0F4C598B6B}" srcOrd="6" destOrd="0" presId="urn:microsoft.com/office/officeart/2005/8/layout/vProcess5"/>
    <dgm:cxn modelId="{E0A0BA1B-D172-42CC-B21F-6F821C87F2F4}" type="presParOf" srcId="{005B9DDB-B12D-4B9C-8FFC-AA84C33C74D0}" destId="{08B07EE4-5102-4736-A603-372B0DADCBBE}" srcOrd="7" destOrd="0" presId="urn:microsoft.com/office/officeart/2005/8/layout/vProcess5"/>
    <dgm:cxn modelId="{AED948F9-CA60-40AC-ADE0-724A01673205}" type="presParOf" srcId="{005B9DDB-B12D-4B9C-8FFC-AA84C33C74D0}" destId="{C2AF7811-F8E0-4653-88A9-76F707751589}" srcOrd="8" destOrd="0" presId="urn:microsoft.com/office/officeart/2005/8/layout/vProcess5"/>
    <dgm:cxn modelId="{FACD8B77-8C7C-4C7E-857F-F75D8665E17D}" type="presParOf" srcId="{005B9DDB-B12D-4B9C-8FFC-AA84C33C74D0}" destId="{E7F55A10-0BD2-4713-BCCF-15956B401EF6}" srcOrd="9" destOrd="0" presId="urn:microsoft.com/office/officeart/2005/8/layout/vProcess5"/>
    <dgm:cxn modelId="{EE9CAC54-2440-4288-817C-843475CAE3E0}" type="presParOf" srcId="{005B9DDB-B12D-4B9C-8FFC-AA84C33C74D0}" destId="{0990455C-C9AF-413F-978D-80FA1DC45A98}" srcOrd="10" destOrd="0" presId="urn:microsoft.com/office/officeart/2005/8/layout/vProcess5"/>
    <dgm:cxn modelId="{E27EA1B5-919B-4B97-A2F5-2D6528C0C694}" type="presParOf" srcId="{005B9DDB-B12D-4B9C-8FFC-AA84C33C74D0}" destId="{95AA2F87-4782-4935-BD5F-113C65EA35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D4DB7-B973-4076-83E4-18A88C9824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06EB78-3816-4615-9A8F-1C69CA138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Inscripción de vecinos.</a:t>
          </a:r>
        </a:p>
      </dgm:t>
    </dgm:pt>
    <dgm:pt modelId="{AB201FE9-086B-44AA-B705-4EBBDA566743}" type="parTrans" cxnId="{6D2B1D30-C045-4AB1-8DEC-929252463286}">
      <dgm:prSet/>
      <dgm:spPr/>
      <dgm:t>
        <a:bodyPr/>
        <a:lstStyle/>
        <a:p>
          <a:endParaRPr lang="en-US"/>
        </a:p>
      </dgm:t>
    </dgm:pt>
    <dgm:pt modelId="{065B074F-DDC2-4AFE-9D11-54F7285B0428}" type="sibTrans" cxnId="{6D2B1D30-C045-4AB1-8DEC-929252463286}">
      <dgm:prSet/>
      <dgm:spPr/>
      <dgm:t>
        <a:bodyPr/>
        <a:lstStyle/>
        <a:p>
          <a:endParaRPr lang="en-US"/>
        </a:p>
      </dgm:t>
    </dgm:pt>
    <dgm:pt modelId="{B2BA7F9F-5DEE-4DF4-AA86-5ED99D84D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Solicitud y emisión de certificados.</a:t>
          </a:r>
        </a:p>
      </dgm:t>
    </dgm:pt>
    <dgm:pt modelId="{0C8B52AD-C70F-48EF-9740-A0280ECC8010}" type="parTrans" cxnId="{36BDE0AA-4E98-4C88-905F-7C516E0F731A}">
      <dgm:prSet/>
      <dgm:spPr/>
      <dgm:t>
        <a:bodyPr/>
        <a:lstStyle/>
        <a:p>
          <a:endParaRPr lang="en-US"/>
        </a:p>
      </dgm:t>
    </dgm:pt>
    <dgm:pt modelId="{720AB901-4185-4F0C-B56B-D1D4A50F2DD8}" type="sibTrans" cxnId="{36BDE0AA-4E98-4C88-905F-7C516E0F731A}">
      <dgm:prSet/>
      <dgm:spPr/>
      <dgm:t>
        <a:bodyPr/>
        <a:lstStyle/>
        <a:p>
          <a:endParaRPr lang="en-US"/>
        </a:p>
      </dgm:t>
    </dgm:pt>
    <dgm:pt modelId="{9EEC5AB6-18D4-4FA4-BC1E-91ED60988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Postulación de proyectos vecinales.</a:t>
          </a:r>
        </a:p>
      </dgm:t>
    </dgm:pt>
    <dgm:pt modelId="{4040CFFF-9FF9-48DF-88E0-43F1B2C0CD81}" type="parTrans" cxnId="{7300EC96-88E5-4F6A-8E3C-63D13BA15572}">
      <dgm:prSet/>
      <dgm:spPr/>
      <dgm:t>
        <a:bodyPr/>
        <a:lstStyle/>
        <a:p>
          <a:endParaRPr lang="en-US"/>
        </a:p>
      </dgm:t>
    </dgm:pt>
    <dgm:pt modelId="{79F35EF8-1491-4A24-9DF3-B41A49CADBAA}" type="sibTrans" cxnId="{7300EC96-88E5-4F6A-8E3C-63D13BA15572}">
      <dgm:prSet/>
      <dgm:spPr/>
      <dgm:t>
        <a:bodyPr/>
        <a:lstStyle/>
        <a:p>
          <a:endParaRPr lang="en-US"/>
        </a:p>
      </dgm:t>
    </dgm:pt>
    <dgm:pt modelId="{6445659F-2F2C-46EC-8CD0-536F3206EC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Visualización de noticias y notificaciones.</a:t>
          </a:r>
        </a:p>
      </dgm:t>
    </dgm:pt>
    <dgm:pt modelId="{CCDAEEC3-F473-44B2-B238-BFEB2D349786}" type="parTrans" cxnId="{2CBACD09-57B6-452E-96EB-1B0ACF0E847E}">
      <dgm:prSet/>
      <dgm:spPr/>
      <dgm:t>
        <a:bodyPr/>
        <a:lstStyle/>
        <a:p>
          <a:endParaRPr lang="en-US"/>
        </a:p>
      </dgm:t>
    </dgm:pt>
    <dgm:pt modelId="{66C29A99-74A7-42C2-AAC6-28ACBB6CEE94}" type="sibTrans" cxnId="{2CBACD09-57B6-452E-96EB-1B0ACF0E847E}">
      <dgm:prSet/>
      <dgm:spPr/>
      <dgm:t>
        <a:bodyPr/>
        <a:lstStyle/>
        <a:p>
          <a:endParaRPr lang="en-US"/>
        </a:p>
      </dgm:t>
    </dgm:pt>
    <dgm:pt modelId="{A35F4700-5A90-4843-BD3D-F32318A08D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Acceso desde web o móvil.</a:t>
          </a:r>
        </a:p>
      </dgm:t>
    </dgm:pt>
    <dgm:pt modelId="{46298A06-2AEA-43B8-BB0C-4440D83BA815}" type="parTrans" cxnId="{3D5766ED-9611-4C36-993E-316C4C0B6981}">
      <dgm:prSet/>
      <dgm:spPr/>
      <dgm:t>
        <a:bodyPr/>
        <a:lstStyle/>
        <a:p>
          <a:endParaRPr lang="en-US"/>
        </a:p>
      </dgm:t>
    </dgm:pt>
    <dgm:pt modelId="{F471EA9B-2F50-4821-B786-66D883FE237C}" type="sibTrans" cxnId="{3D5766ED-9611-4C36-993E-316C4C0B6981}">
      <dgm:prSet/>
      <dgm:spPr/>
      <dgm:t>
        <a:bodyPr/>
        <a:lstStyle/>
        <a:p>
          <a:endParaRPr lang="en-US"/>
        </a:p>
      </dgm:t>
    </dgm:pt>
    <dgm:pt modelId="{6705F8CF-8E1D-4551-B13F-6724EF8B86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Usabilidad simple para usuarios sin conocimientos técnicos.</a:t>
          </a:r>
        </a:p>
      </dgm:t>
    </dgm:pt>
    <dgm:pt modelId="{7A41B30E-D807-41B8-8897-041C905C4900}" type="parTrans" cxnId="{9E01D13A-F515-4403-B34A-C16699A0F3EC}">
      <dgm:prSet/>
      <dgm:spPr/>
      <dgm:t>
        <a:bodyPr/>
        <a:lstStyle/>
        <a:p>
          <a:endParaRPr lang="en-US"/>
        </a:p>
      </dgm:t>
    </dgm:pt>
    <dgm:pt modelId="{DFC3DA9B-2977-4960-A686-D5F5D7EE0F92}" type="sibTrans" cxnId="{9E01D13A-F515-4403-B34A-C16699A0F3EC}">
      <dgm:prSet/>
      <dgm:spPr/>
      <dgm:t>
        <a:bodyPr/>
        <a:lstStyle/>
        <a:p>
          <a:endParaRPr lang="en-US"/>
        </a:p>
      </dgm:t>
    </dgm:pt>
    <dgm:pt modelId="{58E01ED7-C6AA-46FF-8113-B73CAE0B2919}" type="pres">
      <dgm:prSet presAssocID="{F20D4DB7-B973-4076-83E4-18A88C982403}" presName="root" presStyleCnt="0">
        <dgm:presLayoutVars>
          <dgm:dir/>
          <dgm:resizeHandles val="exact"/>
        </dgm:presLayoutVars>
      </dgm:prSet>
      <dgm:spPr/>
    </dgm:pt>
    <dgm:pt modelId="{1CA361E5-9C75-43C1-AF47-F8542BC698C7}" type="pres">
      <dgm:prSet presAssocID="{5A06EB78-3816-4615-9A8F-1C69CA138277}" presName="compNode" presStyleCnt="0"/>
      <dgm:spPr/>
    </dgm:pt>
    <dgm:pt modelId="{875C9416-D24E-48D2-A661-1C938BCBC7ED}" type="pres">
      <dgm:prSet presAssocID="{5A06EB78-3816-4615-9A8F-1C69CA138277}" presName="bgRect" presStyleLbl="bgShp" presStyleIdx="0" presStyleCnt="6"/>
      <dgm:spPr/>
    </dgm:pt>
    <dgm:pt modelId="{9968DF71-C542-42C8-A23D-66D427914C0E}" type="pres">
      <dgm:prSet presAssocID="{5A06EB78-3816-4615-9A8F-1C69CA13827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622C42D-AE41-4700-8790-8D562363CB6A}" type="pres">
      <dgm:prSet presAssocID="{5A06EB78-3816-4615-9A8F-1C69CA138277}" presName="spaceRect" presStyleCnt="0"/>
      <dgm:spPr/>
    </dgm:pt>
    <dgm:pt modelId="{C4F0EED8-D4AE-443C-A911-9C84045212A6}" type="pres">
      <dgm:prSet presAssocID="{5A06EB78-3816-4615-9A8F-1C69CA138277}" presName="parTx" presStyleLbl="revTx" presStyleIdx="0" presStyleCnt="6">
        <dgm:presLayoutVars>
          <dgm:chMax val="0"/>
          <dgm:chPref val="0"/>
        </dgm:presLayoutVars>
      </dgm:prSet>
      <dgm:spPr/>
    </dgm:pt>
    <dgm:pt modelId="{7CBA5636-DC27-4DD9-8EE7-C526566F8C47}" type="pres">
      <dgm:prSet presAssocID="{065B074F-DDC2-4AFE-9D11-54F7285B0428}" presName="sibTrans" presStyleCnt="0"/>
      <dgm:spPr/>
    </dgm:pt>
    <dgm:pt modelId="{1BFA7742-49B7-483A-850C-A6FBC4829FB9}" type="pres">
      <dgm:prSet presAssocID="{B2BA7F9F-5DEE-4DF4-AA86-5ED99D84D62E}" presName="compNode" presStyleCnt="0"/>
      <dgm:spPr/>
    </dgm:pt>
    <dgm:pt modelId="{0472ED79-3C41-44A1-A611-E6EF045ECBC5}" type="pres">
      <dgm:prSet presAssocID="{B2BA7F9F-5DEE-4DF4-AA86-5ED99D84D62E}" presName="bgRect" presStyleLbl="bgShp" presStyleIdx="1" presStyleCnt="6"/>
      <dgm:spPr/>
    </dgm:pt>
    <dgm:pt modelId="{529AF0FD-5ADC-41A8-B6F9-5E901B07C275}" type="pres">
      <dgm:prSet presAssocID="{B2BA7F9F-5DEE-4DF4-AA86-5ED99D84D62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019DD50D-F197-42BC-B238-0A8199865D9B}" type="pres">
      <dgm:prSet presAssocID="{B2BA7F9F-5DEE-4DF4-AA86-5ED99D84D62E}" presName="spaceRect" presStyleCnt="0"/>
      <dgm:spPr/>
    </dgm:pt>
    <dgm:pt modelId="{E53060CC-8327-4004-A6A1-4D27C734B75C}" type="pres">
      <dgm:prSet presAssocID="{B2BA7F9F-5DEE-4DF4-AA86-5ED99D84D62E}" presName="parTx" presStyleLbl="revTx" presStyleIdx="1" presStyleCnt="6">
        <dgm:presLayoutVars>
          <dgm:chMax val="0"/>
          <dgm:chPref val="0"/>
        </dgm:presLayoutVars>
      </dgm:prSet>
      <dgm:spPr/>
    </dgm:pt>
    <dgm:pt modelId="{021AEB9B-D47E-4672-8C75-9776612D213F}" type="pres">
      <dgm:prSet presAssocID="{720AB901-4185-4F0C-B56B-D1D4A50F2DD8}" presName="sibTrans" presStyleCnt="0"/>
      <dgm:spPr/>
    </dgm:pt>
    <dgm:pt modelId="{66293649-1E3B-4ABC-B27E-6DF2CB03E812}" type="pres">
      <dgm:prSet presAssocID="{9EEC5AB6-18D4-4FA4-BC1E-91ED60988FB6}" presName="compNode" presStyleCnt="0"/>
      <dgm:spPr/>
    </dgm:pt>
    <dgm:pt modelId="{5D466652-A668-4136-92E0-2BAA2CF3BAB7}" type="pres">
      <dgm:prSet presAssocID="{9EEC5AB6-18D4-4FA4-BC1E-91ED60988FB6}" presName="bgRect" presStyleLbl="bgShp" presStyleIdx="2" presStyleCnt="6"/>
      <dgm:spPr/>
    </dgm:pt>
    <dgm:pt modelId="{6194EEC6-236F-45B7-940B-07E5F0664378}" type="pres">
      <dgm:prSet presAssocID="{9EEC5AB6-18D4-4FA4-BC1E-91ED60988FB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A26BD576-71EF-4FE6-BB41-4E5EDA3C0B07}" type="pres">
      <dgm:prSet presAssocID="{9EEC5AB6-18D4-4FA4-BC1E-91ED60988FB6}" presName="spaceRect" presStyleCnt="0"/>
      <dgm:spPr/>
    </dgm:pt>
    <dgm:pt modelId="{44A31C34-3FD1-4246-A862-7FA4A1BB44C7}" type="pres">
      <dgm:prSet presAssocID="{9EEC5AB6-18D4-4FA4-BC1E-91ED60988FB6}" presName="parTx" presStyleLbl="revTx" presStyleIdx="2" presStyleCnt="6">
        <dgm:presLayoutVars>
          <dgm:chMax val="0"/>
          <dgm:chPref val="0"/>
        </dgm:presLayoutVars>
      </dgm:prSet>
      <dgm:spPr/>
    </dgm:pt>
    <dgm:pt modelId="{8FBE3421-DA14-4390-8934-135674F2AFDD}" type="pres">
      <dgm:prSet presAssocID="{79F35EF8-1491-4A24-9DF3-B41A49CADBAA}" presName="sibTrans" presStyleCnt="0"/>
      <dgm:spPr/>
    </dgm:pt>
    <dgm:pt modelId="{8D36CEFC-7A27-4D72-A501-57F8A2463C17}" type="pres">
      <dgm:prSet presAssocID="{6445659F-2F2C-46EC-8CD0-536F3206EC6F}" presName="compNode" presStyleCnt="0"/>
      <dgm:spPr/>
    </dgm:pt>
    <dgm:pt modelId="{94748CC8-BD26-4732-9940-0483AD791127}" type="pres">
      <dgm:prSet presAssocID="{6445659F-2F2C-46EC-8CD0-536F3206EC6F}" presName="bgRect" presStyleLbl="bgShp" presStyleIdx="3" presStyleCnt="6"/>
      <dgm:spPr/>
    </dgm:pt>
    <dgm:pt modelId="{9FEBD415-81A3-4B0B-B8FE-BE964633E8C7}" type="pres">
      <dgm:prSet presAssocID="{6445659F-2F2C-46EC-8CD0-536F3206EC6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pana"/>
        </a:ext>
      </dgm:extLst>
    </dgm:pt>
    <dgm:pt modelId="{E0CCDA37-B3F9-4875-B5DC-4F8A784BD534}" type="pres">
      <dgm:prSet presAssocID="{6445659F-2F2C-46EC-8CD0-536F3206EC6F}" presName="spaceRect" presStyleCnt="0"/>
      <dgm:spPr/>
    </dgm:pt>
    <dgm:pt modelId="{C7B57ACE-6799-4F2A-97E1-D7BE9CC9CBAC}" type="pres">
      <dgm:prSet presAssocID="{6445659F-2F2C-46EC-8CD0-536F3206EC6F}" presName="parTx" presStyleLbl="revTx" presStyleIdx="3" presStyleCnt="6">
        <dgm:presLayoutVars>
          <dgm:chMax val="0"/>
          <dgm:chPref val="0"/>
        </dgm:presLayoutVars>
      </dgm:prSet>
      <dgm:spPr/>
    </dgm:pt>
    <dgm:pt modelId="{9DF977D5-A430-4FE4-852F-AF6FE1256422}" type="pres">
      <dgm:prSet presAssocID="{66C29A99-74A7-42C2-AAC6-28ACBB6CEE94}" presName="sibTrans" presStyleCnt="0"/>
      <dgm:spPr/>
    </dgm:pt>
    <dgm:pt modelId="{E6A136A9-EB29-4B12-81D7-E5344A95FA33}" type="pres">
      <dgm:prSet presAssocID="{A35F4700-5A90-4843-BD3D-F32318A08D91}" presName="compNode" presStyleCnt="0"/>
      <dgm:spPr/>
    </dgm:pt>
    <dgm:pt modelId="{94705E2A-9BD7-4CAC-83D8-BB0C4F814976}" type="pres">
      <dgm:prSet presAssocID="{A35F4700-5A90-4843-BD3D-F32318A08D91}" presName="bgRect" presStyleLbl="bgShp" presStyleIdx="4" presStyleCnt="6"/>
      <dgm:spPr/>
    </dgm:pt>
    <dgm:pt modelId="{C5ABEFB2-8BD0-46F2-8DFC-69CC428F864C}" type="pres">
      <dgm:prSet presAssocID="{A35F4700-5A90-4843-BD3D-F32318A08D9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07F8224A-8B97-44EB-AF0B-3D3C5CA34FFF}" type="pres">
      <dgm:prSet presAssocID="{A35F4700-5A90-4843-BD3D-F32318A08D91}" presName="spaceRect" presStyleCnt="0"/>
      <dgm:spPr/>
    </dgm:pt>
    <dgm:pt modelId="{CEC032EE-57DE-4718-BAF9-44D2198F8366}" type="pres">
      <dgm:prSet presAssocID="{A35F4700-5A90-4843-BD3D-F32318A08D91}" presName="parTx" presStyleLbl="revTx" presStyleIdx="4" presStyleCnt="6">
        <dgm:presLayoutVars>
          <dgm:chMax val="0"/>
          <dgm:chPref val="0"/>
        </dgm:presLayoutVars>
      </dgm:prSet>
      <dgm:spPr/>
    </dgm:pt>
    <dgm:pt modelId="{36D68896-5027-4071-A677-A4ABBCFEFD10}" type="pres">
      <dgm:prSet presAssocID="{F471EA9B-2F50-4821-B786-66D883FE237C}" presName="sibTrans" presStyleCnt="0"/>
      <dgm:spPr/>
    </dgm:pt>
    <dgm:pt modelId="{0944234C-B345-4586-AE71-D8C0D20C9CEE}" type="pres">
      <dgm:prSet presAssocID="{6705F8CF-8E1D-4551-B13F-6724EF8B8682}" presName="compNode" presStyleCnt="0"/>
      <dgm:spPr/>
    </dgm:pt>
    <dgm:pt modelId="{8FFE6B76-50FC-4E15-86AC-16BFDF291733}" type="pres">
      <dgm:prSet presAssocID="{6705F8CF-8E1D-4551-B13F-6724EF8B8682}" presName="bgRect" presStyleLbl="bgShp" presStyleIdx="5" presStyleCnt="6"/>
      <dgm:spPr/>
    </dgm:pt>
    <dgm:pt modelId="{8EB6C650-13F4-441D-91EE-55AFFF89256C}" type="pres">
      <dgm:prSet presAssocID="{6705F8CF-8E1D-4551-B13F-6724EF8B868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22A3C169-43D3-46AC-9E18-09935D2F75C4}" type="pres">
      <dgm:prSet presAssocID="{6705F8CF-8E1D-4551-B13F-6724EF8B8682}" presName="spaceRect" presStyleCnt="0"/>
      <dgm:spPr/>
    </dgm:pt>
    <dgm:pt modelId="{E9E2550C-9DE0-43E0-AF4E-C261D941D7D4}" type="pres">
      <dgm:prSet presAssocID="{6705F8CF-8E1D-4551-B13F-6724EF8B868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08BF501-EF0C-4535-BFDD-1A050DA05B16}" type="presOf" srcId="{6445659F-2F2C-46EC-8CD0-536F3206EC6F}" destId="{C7B57ACE-6799-4F2A-97E1-D7BE9CC9CBAC}" srcOrd="0" destOrd="0" presId="urn:microsoft.com/office/officeart/2018/2/layout/IconVerticalSolidList"/>
    <dgm:cxn modelId="{2CBACD09-57B6-452E-96EB-1B0ACF0E847E}" srcId="{F20D4DB7-B973-4076-83E4-18A88C982403}" destId="{6445659F-2F2C-46EC-8CD0-536F3206EC6F}" srcOrd="3" destOrd="0" parTransId="{CCDAEEC3-F473-44B2-B238-BFEB2D349786}" sibTransId="{66C29A99-74A7-42C2-AAC6-28ACBB6CEE94}"/>
    <dgm:cxn modelId="{43E9332B-29A5-425F-ACF4-D3F0E60C401C}" type="presOf" srcId="{9EEC5AB6-18D4-4FA4-BC1E-91ED60988FB6}" destId="{44A31C34-3FD1-4246-A862-7FA4A1BB44C7}" srcOrd="0" destOrd="0" presId="urn:microsoft.com/office/officeart/2018/2/layout/IconVerticalSolidList"/>
    <dgm:cxn modelId="{6D2B1D30-C045-4AB1-8DEC-929252463286}" srcId="{F20D4DB7-B973-4076-83E4-18A88C982403}" destId="{5A06EB78-3816-4615-9A8F-1C69CA138277}" srcOrd="0" destOrd="0" parTransId="{AB201FE9-086B-44AA-B705-4EBBDA566743}" sibTransId="{065B074F-DDC2-4AFE-9D11-54F7285B0428}"/>
    <dgm:cxn modelId="{9E01D13A-F515-4403-B34A-C16699A0F3EC}" srcId="{F20D4DB7-B973-4076-83E4-18A88C982403}" destId="{6705F8CF-8E1D-4551-B13F-6724EF8B8682}" srcOrd="5" destOrd="0" parTransId="{7A41B30E-D807-41B8-8897-041C905C4900}" sibTransId="{DFC3DA9B-2977-4960-A686-D5F5D7EE0F92}"/>
    <dgm:cxn modelId="{E9455158-65F7-45C6-9989-B551F3FFD912}" type="presOf" srcId="{B2BA7F9F-5DEE-4DF4-AA86-5ED99D84D62E}" destId="{E53060CC-8327-4004-A6A1-4D27C734B75C}" srcOrd="0" destOrd="0" presId="urn:microsoft.com/office/officeart/2018/2/layout/IconVerticalSolidList"/>
    <dgm:cxn modelId="{99BBD579-9EDF-4580-9AEB-07C3F7F9B289}" type="presOf" srcId="{F20D4DB7-B973-4076-83E4-18A88C982403}" destId="{58E01ED7-C6AA-46FF-8113-B73CAE0B2919}" srcOrd="0" destOrd="0" presId="urn:microsoft.com/office/officeart/2018/2/layout/IconVerticalSolidList"/>
    <dgm:cxn modelId="{7300EC96-88E5-4F6A-8E3C-63D13BA15572}" srcId="{F20D4DB7-B973-4076-83E4-18A88C982403}" destId="{9EEC5AB6-18D4-4FA4-BC1E-91ED60988FB6}" srcOrd="2" destOrd="0" parTransId="{4040CFFF-9FF9-48DF-88E0-43F1B2C0CD81}" sibTransId="{79F35EF8-1491-4A24-9DF3-B41A49CADBAA}"/>
    <dgm:cxn modelId="{0FB9D1AA-37BD-443A-BC01-A6BECED7ADA3}" type="presOf" srcId="{A35F4700-5A90-4843-BD3D-F32318A08D91}" destId="{CEC032EE-57DE-4718-BAF9-44D2198F8366}" srcOrd="0" destOrd="0" presId="urn:microsoft.com/office/officeart/2018/2/layout/IconVerticalSolidList"/>
    <dgm:cxn modelId="{36BDE0AA-4E98-4C88-905F-7C516E0F731A}" srcId="{F20D4DB7-B973-4076-83E4-18A88C982403}" destId="{B2BA7F9F-5DEE-4DF4-AA86-5ED99D84D62E}" srcOrd="1" destOrd="0" parTransId="{0C8B52AD-C70F-48EF-9740-A0280ECC8010}" sibTransId="{720AB901-4185-4F0C-B56B-D1D4A50F2DD8}"/>
    <dgm:cxn modelId="{323D46B1-4979-465A-AEEA-E51A7BC425E1}" type="presOf" srcId="{5A06EB78-3816-4615-9A8F-1C69CA138277}" destId="{C4F0EED8-D4AE-443C-A911-9C84045212A6}" srcOrd="0" destOrd="0" presId="urn:microsoft.com/office/officeart/2018/2/layout/IconVerticalSolidList"/>
    <dgm:cxn modelId="{9D8D5CC7-3E2F-4D15-928F-5B854CDAF6E0}" type="presOf" srcId="{6705F8CF-8E1D-4551-B13F-6724EF8B8682}" destId="{E9E2550C-9DE0-43E0-AF4E-C261D941D7D4}" srcOrd="0" destOrd="0" presId="urn:microsoft.com/office/officeart/2018/2/layout/IconVerticalSolidList"/>
    <dgm:cxn modelId="{3D5766ED-9611-4C36-993E-316C4C0B6981}" srcId="{F20D4DB7-B973-4076-83E4-18A88C982403}" destId="{A35F4700-5A90-4843-BD3D-F32318A08D91}" srcOrd="4" destOrd="0" parTransId="{46298A06-2AEA-43B8-BB0C-4440D83BA815}" sibTransId="{F471EA9B-2F50-4821-B786-66D883FE237C}"/>
    <dgm:cxn modelId="{575253C4-890E-49B6-846B-06E7D733F1DE}" type="presParOf" srcId="{58E01ED7-C6AA-46FF-8113-B73CAE0B2919}" destId="{1CA361E5-9C75-43C1-AF47-F8542BC698C7}" srcOrd="0" destOrd="0" presId="urn:microsoft.com/office/officeart/2018/2/layout/IconVerticalSolidList"/>
    <dgm:cxn modelId="{18DEF81A-FFE2-4D91-B7AF-D9D2BD4C7CD2}" type="presParOf" srcId="{1CA361E5-9C75-43C1-AF47-F8542BC698C7}" destId="{875C9416-D24E-48D2-A661-1C938BCBC7ED}" srcOrd="0" destOrd="0" presId="urn:microsoft.com/office/officeart/2018/2/layout/IconVerticalSolidList"/>
    <dgm:cxn modelId="{CC3C90A3-14AD-42C3-ADFE-03B046BA87D2}" type="presParOf" srcId="{1CA361E5-9C75-43C1-AF47-F8542BC698C7}" destId="{9968DF71-C542-42C8-A23D-66D427914C0E}" srcOrd="1" destOrd="0" presId="urn:microsoft.com/office/officeart/2018/2/layout/IconVerticalSolidList"/>
    <dgm:cxn modelId="{585020EE-9654-44BA-B1BE-AC9A196A02A6}" type="presParOf" srcId="{1CA361E5-9C75-43C1-AF47-F8542BC698C7}" destId="{D622C42D-AE41-4700-8790-8D562363CB6A}" srcOrd="2" destOrd="0" presId="urn:microsoft.com/office/officeart/2018/2/layout/IconVerticalSolidList"/>
    <dgm:cxn modelId="{DBBD531E-7F82-4D21-BD9F-727A2107B54E}" type="presParOf" srcId="{1CA361E5-9C75-43C1-AF47-F8542BC698C7}" destId="{C4F0EED8-D4AE-443C-A911-9C84045212A6}" srcOrd="3" destOrd="0" presId="urn:microsoft.com/office/officeart/2018/2/layout/IconVerticalSolidList"/>
    <dgm:cxn modelId="{1DC0808C-5437-4A9A-B35B-6F5FC0A5D690}" type="presParOf" srcId="{58E01ED7-C6AA-46FF-8113-B73CAE0B2919}" destId="{7CBA5636-DC27-4DD9-8EE7-C526566F8C47}" srcOrd="1" destOrd="0" presId="urn:microsoft.com/office/officeart/2018/2/layout/IconVerticalSolidList"/>
    <dgm:cxn modelId="{B80C3DAB-43D9-4B45-845B-8D2D820466CE}" type="presParOf" srcId="{58E01ED7-C6AA-46FF-8113-B73CAE0B2919}" destId="{1BFA7742-49B7-483A-850C-A6FBC4829FB9}" srcOrd="2" destOrd="0" presId="urn:microsoft.com/office/officeart/2018/2/layout/IconVerticalSolidList"/>
    <dgm:cxn modelId="{8DB55842-D0A9-495D-A8C3-0FA0276FE0B2}" type="presParOf" srcId="{1BFA7742-49B7-483A-850C-A6FBC4829FB9}" destId="{0472ED79-3C41-44A1-A611-E6EF045ECBC5}" srcOrd="0" destOrd="0" presId="urn:microsoft.com/office/officeart/2018/2/layout/IconVerticalSolidList"/>
    <dgm:cxn modelId="{E6A1E269-A886-4CB1-A26F-432CF3A787A4}" type="presParOf" srcId="{1BFA7742-49B7-483A-850C-A6FBC4829FB9}" destId="{529AF0FD-5ADC-41A8-B6F9-5E901B07C275}" srcOrd="1" destOrd="0" presId="urn:microsoft.com/office/officeart/2018/2/layout/IconVerticalSolidList"/>
    <dgm:cxn modelId="{19CE4813-8BBC-4B43-9512-31F00CA6E773}" type="presParOf" srcId="{1BFA7742-49B7-483A-850C-A6FBC4829FB9}" destId="{019DD50D-F197-42BC-B238-0A8199865D9B}" srcOrd="2" destOrd="0" presId="urn:microsoft.com/office/officeart/2018/2/layout/IconVerticalSolidList"/>
    <dgm:cxn modelId="{BCEBA824-6B80-4FD9-A143-48CC1E9C35A4}" type="presParOf" srcId="{1BFA7742-49B7-483A-850C-A6FBC4829FB9}" destId="{E53060CC-8327-4004-A6A1-4D27C734B75C}" srcOrd="3" destOrd="0" presId="urn:microsoft.com/office/officeart/2018/2/layout/IconVerticalSolidList"/>
    <dgm:cxn modelId="{BAFB1E48-4CE9-4AFA-A404-0F2EB97A8111}" type="presParOf" srcId="{58E01ED7-C6AA-46FF-8113-B73CAE0B2919}" destId="{021AEB9B-D47E-4672-8C75-9776612D213F}" srcOrd="3" destOrd="0" presId="urn:microsoft.com/office/officeart/2018/2/layout/IconVerticalSolidList"/>
    <dgm:cxn modelId="{7E02E6BC-979F-4AEB-B335-315BC5ED3C4F}" type="presParOf" srcId="{58E01ED7-C6AA-46FF-8113-B73CAE0B2919}" destId="{66293649-1E3B-4ABC-B27E-6DF2CB03E812}" srcOrd="4" destOrd="0" presId="urn:microsoft.com/office/officeart/2018/2/layout/IconVerticalSolidList"/>
    <dgm:cxn modelId="{D020D91A-AE5C-49DB-AF88-639BFC49F1CD}" type="presParOf" srcId="{66293649-1E3B-4ABC-B27E-6DF2CB03E812}" destId="{5D466652-A668-4136-92E0-2BAA2CF3BAB7}" srcOrd="0" destOrd="0" presId="urn:microsoft.com/office/officeart/2018/2/layout/IconVerticalSolidList"/>
    <dgm:cxn modelId="{59C8D03F-A480-43BD-956E-CDD32724EE9D}" type="presParOf" srcId="{66293649-1E3B-4ABC-B27E-6DF2CB03E812}" destId="{6194EEC6-236F-45B7-940B-07E5F0664378}" srcOrd="1" destOrd="0" presId="urn:microsoft.com/office/officeart/2018/2/layout/IconVerticalSolidList"/>
    <dgm:cxn modelId="{ED3D937A-E7EF-417E-8DB3-46C8942F901F}" type="presParOf" srcId="{66293649-1E3B-4ABC-B27E-6DF2CB03E812}" destId="{A26BD576-71EF-4FE6-BB41-4E5EDA3C0B07}" srcOrd="2" destOrd="0" presId="urn:microsoft.com/office/officeart/2018/2/layout/IconVerticalSolidList"/>
    <dgm:cxn modelId="{CDE462EA-B755-489A-B5D1-2EC011A01B6D}" type="presParOf" srcId="{66293649-1E3B-4ABC-B27E-6DF2CB03E812}" destId="{44A31C34-3FD1-4246-A862-7FA4A1BB44C7}" srcOrd="3" destOrd="0" presId="urn:microsoft.com/office/officeart/2018/2/layout/IconVerticalSolidList"/>
    <dgm:cxn modelId="{17F91E0D-CB8C-42DE-B444-74FA861D2F84}" type="presParOf" srcId="{58E01ED7-C6AA-46FF-8113-B73CAE0B2919}" destId="{8FBE3421-DA14-4390-8934-135674F2AFDD}" srcOrd="5" destOrd="0" presId="urn:microsoft.com/office/officeart/2018/2/layout/IconVerticalSolidList"/>
    <dgm:cxn modelId="{9915FAFE-7EA4-48D8-B01D-000FEE2CFFAF}" type="presParOf" srcId="{58E01ED7-C6AA-46FF-8113-B73CAE0B2919}" destId="{8D36CEFC-7A27-4D72-A501-57F8A2463C17}" srcOrd="6" destOrd="0" presId="urn:microsoft.com/office/officeart/2018/2/layout/IconVerticalSolidList"/>
    <dgm:cxn modelId="{59B22B74-A4B3-4A0D-BB80-31BAEE304843}" type="presParOf" srcId="{8D36CEFC-7A27-4D72-A501-57F8A2463C17}" destId="{94748CC8-BD26-4732-9940-0483AD791127}" srcOrd="0" destOrd="0" presId="urn:microsoft.com/office/officeart/2018/2/layout/IconVerticalSolidList"/>
    <dgm:cxn modelId="{C00A7AFB-4876-4320-A157-965A5F91161F}" type="presParOf" srcId="{8D36CEFC-7A27-4D72-A501-57F8A2463C17}" destId="{9FEBD415-81A3-4B0B-B8FE-BE964633E8C7}" srcOrd="1" destOrd="0" presId="urn:microsoft.com/office/officeart/2018/2/layout/IconVerticalSolidList"/>
    <dgm:cxn modelId="{3DA61D74-AAAC-4835-B214-880D7D1713ED}" type="presParOf" srcId="{8D36CEFC-7A27-4D72-A501-57F8A2463C17}" destId="{E0CCDA37-B3F9-4875-B5DC-4F8A784BD534}" srcOrd="2" destOrd="0" presId="urn:microsoft.com/office/officeart/2018/2/layout/IconVerticalSolidList"/>
    <dgm:cxn modelId="{7F06479C-64A9-4DA9-8768-406474BC575F}" type="presParOf" srcId="{8D36CEFC-7A27-4D72-A501-57F8A2463C17}" destId="{C7B57ACE-6799-4F2A-97E1-D7BE9CC9CBAC}" srcOrd="3" destOrd="0" presId="urn:microsoft.com/office/officeart/2018/2/layout/IconVerticalSolidList"/>
    <dgm:cxn modelId="{A92A56CE-4359-43F6-BBD2-11FB23A69ECC}" type="presParOf" srcId="{58E01ED7-C6AA-46FF-8113-B73CAE0B2919}" destId="{9DF977D5-A430-4FE4-852F-AF6FE1256422}" srcOrd="7" destOrd="0" presId="urn:microsoft.com/office/officeart/2018/2/layout/IconVerticalSolidList"/>
    <dgm:cxn modelId="{97492E82-4A22-48D3-82AE-15C0AD5BC203}" type="presParOf" srcId="{58E01ED7-C6AA-46FF-8113-B73CAE0B2919}" destId="{E6A136A9-EB29-4B12-81D7-E5344A95FA33}" srcOrd="8" destOrd="0" presId="urn:microsoft.com/office/officeart/2018/2/layout/IconVerticalSolidList"/>
    <dgm:cxn modelId="{F87DCA41-36A6-4B52-B595-4CE7F184DE8A}" type="presParOf" srcId="{E6A136A9-EB29-4B12-81D7-E5344A95FA33}" destId="{94705E2A-9BD7-4CAC-83D8-BB0C4F814976}" srcOrd="0" destOrd="0" presId="urn:microsoft.com/office/officeart/2018/2/layout/IconVerticalSolidList"/>
    <dgm:cxn modelId="{6D0211BD-34F0-47A5-AE68-79B3AB3F2C6D}" type="presParOf" srcId="{E6A136A9-EB29-4B12-81D7-E5344A95FA33}" destId="{C5ABEFB2-8BD0-46F2-8DFC-69CC428F864C}" srcOrd="1" destOrd="0" presId="urn:microsoft.com/office/officeart/2018/2/layout/IconVerticalSolidList"/>
    <dgm:cxn modelId="{725AED12-7054-4BA1-AC0D-14B6EBCC4997}" type="presParOf" srcId="{E6A136A9-EB29-4B12-81D7-E5344A95FA33}" destId="{07F8224A-8B97-44EB-AF0B-3D3C5CA34FFF}" srcOrd="2" destOrd="0" presId="urn:microsoft.com/office/officeart/2018/2/layout/IconVerticalSolidList"/>
    <dgm:cxn modelId="{1F05182E-33F7-4C89-A443-C96E213E51E0}" type="presParOf" srcId="{E6A136A9-EB29-4B12-81D7-E5344A95FA33}" destId="{CEC032EE-57DE-4718-BAF9-44D2198F8366}" srcOrd="3" destOrd="0" presId="urn:microsoft.com/office/officeart/2018/2/layout/IconVerticalSolidList"/>
    <dgm:cxn modelId="{7FF3B04E-604B-491E-B941-2C3476575DF3}" type="presParOf" srcId="{58E01ED7-C6AA-46FF-8113-B73CAE0B2919}" destId="{36D68896-5027-4071-A677-A4ABBCFEFD10}" srcOrd="9" destOrd="0" presId="urn:microsoft.com/office/officeart/2018/2/layout/IconVerticalSolidList"/>
    <dgm:cxn modelId="{38A9EACC-3001-44E4-8A40-E16CBF8A528A}" type="presParOf" srcId="{58E01ED7-C6AA-46FF-8113-B73CAE0B2919}" destId="{0944234C-B345-4586-AE71-D8C0D20C9CEE}" srcOrd="10" destOrd="0" presId="urn:microsoft.com/office/officeart/2018/2/layout/IconVerticalSolidList"/>
    <dgm:cxn modelId="{B1220ED0-5FAF-44B5-A905-7F2728531F18}" type="presParOf" srcId="{0944234C-B345-4586-AE71-D8C0D20C9CEE}" destId="{8FFE6B76-50FC-4E15-86AC-16BFDF291733}" srcOrd="0" destOrd="0" presId="urn:microsoft.com/office/officeart/2018/2/layout/IconVerticalSolidList"/>
    <dgm:cxn modelId="{6D7B20DD-3A00-42AA-928D-D57ACF18901A}" type="presParOf" srcId="{0944234C-B345-4586-AE71-D8C0D20C9CEE}" destId="{8EB6C650-13F4-441D-91EE-55AFFF89256C}" srcOrd="1" destOrd="0" presId="urn:microsoft.com/office/officeart/2018/2/layout/IconVerticalSolidList"/>
    <dgm:cxn modelId="{347FCFC2-6BF1-4F39-882E-57D2ED7BDC09}" type="presParOf" srcId="{0944234C-B345-4586-AE71-D8C0D20C9CEE}" destId="{22A3C169-43D3-46AC-9E18-09935D2F75C4}" srcOrd="2" destOrd="0" presId="urn:microsoft.com/office/officeart/2018/2/layout/IconVerticalSolidList"/>
    <dgm:cxn modelId="{F3CFD675-BEEE-4E4F-82DC-49BCD4F31A6F}" type="presParOf" srcId="{0944234C-B345-4586-AE71-D8C0D20C9CEE}" destId="{E9E2550C-9DE0-43E0-AF4E-C261D941D7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6C8240-B1E2-4615-8BA3-CBB176A210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668DC282-D7C0-467F-B412-C96A46531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Plataforma web responsiva.</a:t>
          </a:r>
        </a:p>
      </dgm:t>
    </dgm:pt>
    <dgm:pt modelId="{76E5F31B-F5D1-4CBE-BAE0-802DAA98C8C5}" type="parTrans" cxnId="{CFE144F9-1563-4525-B579-3986379E562C}">
      <dgm:prSet/>
      <dgm:spPr/>
      <dgm:t>
        <a:bodyPr/>
        <a:lstStyle/>
        <a:p>
          <a:endParaRPr lang="en-US"/>
        </a:p>
      </dgm:t>
    </dgm:pt>
    <dgm:pt modelId="{0E07ACEA-491A-495F-BFFF-BE3B0C648E75}" type="sibTrans" cxnId="{CFE144F9-1563-4525-B579-3986379E562C}">
      <dgm:prSet/>
      <dgm:spPr/>
      <dgm:t>
        <a:bodyPr/>
        <a:lstStyle/>
        <a:p>
          <a:endParaRPr lang="en-US"/>
        </a:p>
      </dgm:t>
    </dgm:pt>
    <dgm:pt modelId="{9482DA97-C793-4BAE-9FA0-B380D70469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Base de datos escalable.</a:t>
          </a:r>
        </a:p>
      </dgm:t>
    </dgm:pt>
    <dgm:pt modelId="{8511E624-2786-4D17-A78B-3BE767130309}" type="parTrans" cxnId="{E4491A60-B708-46CC-AB9C-98430169170B}">
      <dgm:prSet/>
      <dgm:spPr/>
      <dgm:t>
        <a:bodyPr/>
        <a:lstStyle/>
        <a:p>
          <a:endParaRPr lang="en-US"/>
        </a:p>
      </dgm:t>
    </dgm:pt>
    <dgm:pt modelId="{1E048D11-75FE-4789-ADAF-1624E5F10E52}" type="sibTrans" cxnId="{E4491A60-B708-46CC-AB9C-98430169170B}">
      <dgm:prSet/>
      <dgm:spPr/>
      <dgm:t>
        <a:bodyPr/>
        <a:lstStyle/>
        <a:p>
          <a:endParaRPr lang="en-US"/>
        </a:p>
      </dgm:t>
    </dgm:pt>
    <dgm:pt modelId="{1A7FB189-D38A-44B7-9207-EB38470D1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Integración con servicios de correo y notificaciones.</a:t>
          </a:r>
        </a:p>
      </dgm:t>
    </dgm:pt>
    <dgm:pt modelId="{FBBC0EC4-9548-4B4F-AE3F-6EE4488A84CD}" type="parTrans" cxnId="{C98B5505-714A-4E4E-8512-23D021EBB6E2}">
      <dgm:prSet/>
      <dgm:spPr/>
      <dgm:t>
        <a:bodyPr/>
        <a:lstStyle/>
        <a:p>
          <a:endParaRPr lang="en-US"/>
        </a:p>
      </dgm:t>
    </dgm:pt>
    <dgm:pt modelId="{F77C0DF9-2A50-4751-9FB2-AA61AFB92380}" type="sibTrans" cxnId="{C98B5505-714A-4E4E-8512-23D021EBB6E2}">
      <dgm:prSet/>
      <dgm:spPr/>
      <dgm:t>
        <a:bodyPr/>
        <a:lstStyle/>
        <a:p>
          <a:endParaRPr lang="en-US"/>
        </a:p>
      </dgm:t>
    </dgm:pt>
    <dgm:pt modelId="{471BE79F-237D-4862-9E06-535BC15C9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Panel administrativo seguro.</a:t>
          </a:r>
        </a:p>
      </dgm:t>
    </dgm:pt>
    <dgm:pt modelId="{12694329-82B6-4D97-A3F2-F22B2A53553C}" type="parTrans" cxnId="{89D37870-CA7C-4B81-AA95-2923680A0075}">
      <dgm:prSet/>
      <dgm:spPr/>
      <dgm:t>
        <a:bodyPr/>
        <a:lstStyle/>
        <a:p>
          <a:endParaRPr lang="en-US"/>
        </a:p>
      </dgm:t>
    </dgm:pt>
    <dgm:pt modelId="{BBF971E7-DB2D-41DE-A5E6-633E980C6A50}" type="sibTrans" cxnId="{89D37870-CA7C-4B81-AA95-2923680A0075}">
      <dgm:prSet/>
      <dgm:spPr/>
      <dgm:t>
        <a:bodyPr/>
        <a:lstStyle/>
        <a:p>
          <a:endParaRPr lang="en-US"/>
        </a:p>
      </dgm:t>
    </dgm:pt>
    <dgm:pt modelId="{B30E346C-6316-4D76-B899-62DA6F1AAD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Arquitectura modular con backend robusto (Django o similar).</a:t>
          </a:r>
        </a:p>
      </dgm:t>
    </dgm:pt>
    <dgm:pt modelId="{1AFF434E-DE5D-4892-BEB3-249CC7AA142C}" type="parTrans" cxnId="{22067117-5008-4724-BAEF-498335C6E86D}">
      <dgm:prSet/>
      <dgm:spPr/>
      <dgm:t>
        <a:bodyPr/>
        <a:lstStyle/>
        <a:p>
          <a:endParaRPr lang="en-US"/>
        </a:p>
      </dgm:t>
    </dgm:pt>
    <dgm:pt modelId="{AE8AFD20-FC34-446B-809E-9D92D180986B}" type="sibTrans" cxnId="{22067117-5008-4724-BAEF-498335C6E86D}">
      <dgm:prSet/>
      <dgm:spPr/>
      <dgm:t>
        <a:bodyPr/>
        <a:lstStyle/>
        <a:p>
          <a:endParaRPr lang="en-US"/>
        </a:p>
      </dgm:t>
    </dgm:pt>
    <dgm:pt modelId="{5B2DE0EC-FC61-4BDC-A9E3-EFD7303D0B3F}" type="pres">
      <dgm:prSet presAssocID="{6B6C8240-B1E2-4615-8BA3-CBB176A210FE}" presName="root" presStyleCnt="0">
        <dgm:presLayoutVars>
          <dgm:dir/>
          <dgm:resizeHandles val="exact"/>
        </dgm:presLayoutVars>
      </dgm:prSet>
      <dgm:spPr/>
    </dgm:pt>
    <dgm:pt modelId="{4D19B732-6A49-4A4C-B22E-40470E39AE7C}" type="pres">
      <dgm:prSet presAssocID="{668DC282-D7C0-467F-B412-C96A465317F9}" presName="compNode" presStyleCnt="0"/>
      <dgm:spPr/>
    </dgm:pt>
    <dgm:pt modelId="{FCBF1498-6088-4183-BD1E-4C11AAFFB851}" type="pres">
      <dgm:prSet presAssocID="{668DC282-D7C0-467F-B412-C96A465317F9}" presName="bgRect" presStyleLbl="bgShp" presStyleIdx="0" presStyleCnt="5"/>
      <dgm:spPr/>
    </dgm:pt>
    <dgm:pt modelId="{B3F01F81-851D-49BD-A3B8-18F69C2A70A7}" type="pres">
      <dgm:prSet presAssocID="{668DC282-D7C0-467F-B412-C96A465317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AEA30DF-C78B-4FD1-A7B9-BA62DEC7FC38}" type="pres">
      <dgm:prSet presAssocID="{668DC282-D7C0-467F-B412-C96A465317F9}" presName="spaceRect" presStyleCnt="0"/>
      <dgm:spPr/>
    </dgm:pt>
    <dgm:pt modelId="{19ACF267-E0E8-4CB0-B778-06739A594FDA}" type="pres">
      <dgm:prSet presAssocID="{668DC282-D7C0-467F-B412-C96A465317F9}" presName="parTx" presStyleLbl="revTx" presStyleIdx="0" presStyleCnt="5">
        <dgm:presLayoutVars>
          <dgm:chMax val="0"/>
          <dgm:chPref val="0"/>
        </dgm:presLayoutVars>
      </dgm:prSet>
      <dgm:spPr/>
    </dgm:pt>
    <dgm:pt modelId="{076F89D7-EE1D-4E30-AECE-5E1CEF41F1F0}" type="pres">
      <dgm:prSet presAssocID="{0E07ACEA-491A-495F-BFFF-BE3B0C648E75}" presName="sibTrans" presStyleCnt="0"/>
      <dgm:spPr/>
    </dgm:pt>
    <dgm:pt modelId="{FBAB4707-E594-45F0-8F45-8331AAB26E1F}" type="pres">
      <dgm:prSet presAssocID="{9482DA97-C793-4BAE-9FA0-B380D7046993}" presName="compNode" presStyleCnt="0"/>
      <dgm:spPr/>
    </dgm:pt>
    <dgm:pt modelId="{2D34DC4B-C2D6-4E40-8905-495109EFB01D}" type="pres">
      <dgm:prSet presAssocID="{9482DA97-C793-4BAE-9FA0-B380D7046993}" presName="bgRect" presStyleLbl="bgShp" presStyleIdx="1" presStyleCnt="5"/>
      <dgm:spPr/>
    </dgm:pt>
    <dgm:pt modelId="{4A783625-94D2-4170-A5DD-E4B06A40EAA8}" type="pres">
      <dgm:prSet presAssocID="{9482DA97-C793-4BAE-9FA0-B380D704699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4CB0B5A8-C1C7-43B7-8532-FE9D64F9EF5F}" type="pres">
      <dgm:prSet presAssocID="{9482DA97-C793-4BAE-9FA0-B380D7046993}" presName="spaceRect" presStyleCnt="0"/>
      <dgm:spPr/>
    </dgm:pt>
    <dgm:pt modelId="{1C574B44-48B5-4BB9-9754-A35A12AEEB08}" type="pres">
      <dgm:prSet presAssocID="{9482DA97-C793-4BAE-9FA0-B380D7046993}" presName="parTx" presStyleLbl="revTx" presStyleIdx="1" presStyleCnt="5">
        <dgm:presLayoutVars>
          <dgm:chMax val="0"/>
          <dgm:chPref val="0"/>
        </dgm:presLayoutVars>
      </dgm:prSet>
      <dgm:spPr/>
    </dgm:pt>
    <dgm:pt modelId="{DC27AAB9-6DD2-4C17-B9DC-9F989921F282}" type="pres">
      <dgm:prSet presAssocID="{1E048D11-75FE-4789-ADAF-1624E5F10E52}" presName="sibTrans" presStyleCnt="0"/>
      <dgm:spPr/>
    </dgm:pt>
    <dgm:pt modelId="{07F6D38B-7094-4AB1-A3DF-58CD850046D7}" type="pres">
      <dgm:prSet presAssocID="{1A7FB189-D38A-44B7-9207-EB38470D1FA9}" presName="compNode" presStyleCnt="0"/>
      <dgm:spPr/>
    </dgm:pt>
    <dgm:pt modelId="{B5DFC802-AAEF-4991-8A0F-7EF4AFFE5256}" type="pres">
      <dgm:prSet presAssocID="{1A7FB189-D38A-44B7-9207-EB38470D1FA9}" presName="bgRect" presStyleLbl="bgShp" presStyleIdx="2" presStyleCnt="5"/>
      <dgm:spPr/>
    </dgm:pt>
    <dgm:pt modelId="{E0C2E36D-645C-486A-9B6A-246D36CE4958}" type="pres">
      <dgm:prSet presAssocID="{1A7FB189-D38A-44B7-9207-EB38470D1F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043DC4A5-414E-4893-B543-65A6FFE15B16}" type="pres">
      <dgm:prSet presAssocID="{1A7FB189-D38A-44B7-9207-EB38470D1FA9}" presName="spaceRect" presStyleCnt="0"/>
      <dgm:spPr/>
    </dgm:pt>
    <dgm:pt modelId="{295C7399-98DA-41DD-B4FA-DA6C94A81153}" type="pres">
      <dgm:prSet presAssocID="{1A7FB189-D38A-44B7-9207-EB38470D1FA9}" presName="parTx" presStyleLbl="revTx" presStyleIdx="2" presStyleCnt="5">
        <dgm:presLayoutVars>
          <dgm:chMax val="0"/>
          <dgm:chPref val="0"/>
        </dgm:presLayoutVars>
      </dgm:prSet>
      <dgm:spPr/>
    </dgm:pt>
    <dgm:pt modelId="{93470E0E-AD78-430D-99B6-6064DEDCF5A3}" type="pres">
      <dgm:prSet presAssocID="{F77C0DF9-2A50-4751-9FB2-AA61AFB92380}" presName="sibTrans" presStyleCnt="0"/>
      <dgm:spPr/>
    </dgm:pt>
    <dgm:pt modelId="{AC11CE24-9DBC-4345-9BA7-D9E79CD65C78}" type="pres">
      <dgm:prSet presAssocID="{471BE79F-237D-4862-9E06-535BC15C91A4}" presName="compNode" presStyleCnt="0"/>
      <dgm:spPr/>
    </dgm:pt>
    <dgm:pt modelId="{054290A7-B0D0-4FCE-8FCC-29C8AE89D239}" type="pres">
      <dgm:prSet presAssocID="{471BE79F-237D-4862-9E06-535BC15C91A4}" presName="bgRect" presStyleLbl="bgShp" presStyleIdx="3" presStyleCnt="5"/>
      <dgm:spPr/>
    </dgm:pt>
    <dgm:pt modelId="{7CECE15A-0083-486B-9397-B1145BB94CF1}" type="pres">
      <dgm:prSet presAssocID="{471BE79F-237D-4862-9E06-535BC15C91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36FAAEFD-CA21-4A1A-B13E-A89674E71785}" type="pres">
      <dgm:prSet presAssocID="{471BE79F-237D-4862-9E06-535BC15C91A4}" presName="spaceRect" presStyleCnt="0"/>
      <dgm:spPr/>
    </dgm:pt>
    <dgm:pt modelId="{9662A696-F665-4176-955B-DDDEA5155A02}" type="pres">
      <dgm:prSet presAssocID="{471BE79F-237D-4862-9E06-535BC15C91A4}" presName="parTx" presStyleLbl="revTx" presStyleIdx="3" presStyleCnt="5">
        <dgm:presLayoutVars>
          <dgm:chMax val="0"/>
          <dgm:chPref val="0"/>
        </dgm:presLayoutVars>
      </dgm:prSet>
      <dgm:spPr/>
    </dgm:pt>
    <dgm:pt modelId="{0F62D611-510D-493C-A839-5E2F0524DED1}" type="pres">
      <dgm:prSet presAssocID="{BBF971E7-DB2D-41DE-A5E6-633E980C6A50}" presName="sibTrans" presStyleCnt="0"/>
      <dgm:spPr/>
    </dgm:pt>
    <dgm:pt modelId="{835448E1-D678-472C-8510-9D29CED22357}" type="pres">
      <dgm:prSet presAssocID="{B30E346C-6316-4D76-B899-62DA6F1AADF6}" presName="compNode" presStyleCnt="0"/>
      <dgm:spPr/>
    </dgm:pt>
    <dgm:pt modelId="{B1F3C5EF-0DF3-4094-83C1-A11EF76AA2DA}" type="pres">
      <dgm:prSet presAssocID="{B30E346C-6316-4D76-B899-62DA6F1AADF6}" presName="bgRect" presStyleLbl="bgShp" presStyleIdx="4" presStyleCnt="5"/>
      <dgm:spPr/>
    </dgm:pt>
    <dgm:pt modelId="{22590925-90A1-4BF6-8035-1A0F64C638FE}" type="pres">
      <dgm:prSet presAssocID="{B30E346C-6316-4D76-B899-62DA6F1AAD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87F2E9A1-46A0-4D7C-A414-636FD36E24E8}" type="pres">
      <dgm:prSet presAssocID="{B30E346C-6316-4D76-B899-62DA6F1AADF6}" presName="spaceRect" presStyleCnt="0"/>
      <dgm:spPr/>
    </dgm:pt>
    <dgm:pt modelId="{95495BD9-7EC8-48A1-ADED-3FA09CDC5F6F}" type="pres">
      <dgm:prSet presAssocID="{B30E346C-6316-4D76-B899-62DA6F1AADF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8B5505-714A-4E4E-8512-23D021EBB6E2}" srcId="{6B6C8240-B1E2-4615-8BA3-CBB176A210FE}" destId="{1A7FB189-D38A-44B7-9207-EB38470D1FA9}" srcOrd="2" destOrd="0" parTransId="{FBBC0EC4-9548-4B4F-AE3F-6EE4488A84CD}" sibTransId="{F77C0DF9-2A50-4751-9FB2-AA61AFB92380}"/>
    <dgm:cxn modelId="{22067117-5008-4724-BAEF-498335C6E86D}" srcId="{6B6C8240-B1E2-4615-8BA3-CBB176A210FE}" destId="{B30E346C-6316-4D76-B899-62DA6F1AADF6}" srcOrd="4" destOrd="0" parTransId="{1AFF434E-DE5D-4892-BEB3-249CC7AA142C}" sibTransId="{AE8AFD20-FC34-446B-809E-9D92D180986B}"/>
    <dgm:cxn modelId="{E4491A60-B708-46CC-AB9C-98430169170B}" srcId="{6B6C8240-B1E2-4615-8BA3-CBB176A210FE}" destId="{9482DA97-C793-4BAE-9FA0-B380D7046993}" srcOrd="1" destOrd="0" parTransId="{8511E624-2786-4D17-A78B-3BE767130309}" sibTransId="{1E048D11-75FE-4789-ADAF-1624E5F10E52}"/>
    <dgm:cxn modelId="{89D37870-CA7C-4B81-AA95-2923680A0075}" srcId="{6B6C8240-B1E2-4615-8BA3-CBB176A210FE}" destId="{471BE79F-237D-4862-9E06-535BC15C91A4}" srcOrd="3" destOrd="0" parTransId="{12694329-82B6-4D97-A3F2-F22B2A53553C}" sibTransId="{BBF971E7-DB2D-41DE-A5E6-633E980C6A50}"/>
    <dgm:cxn modelId="{8EBD3998-D3BB-4853-ADD5-E1E8DA0471C9}" type="presOf" srcId="{668DC282-D7C0-467F-B412-C96A465317F9}" destId="{19ACF267-E0E8-4CB0-B778-06739A594FDA}" srcOrd="0" destOrd="0" presId="urn:microsoft.com/office/officeart/2018/2/layout/IconVerticalSolidList"/>
    <dgm:cxn modelId="{A497DDA9-F746-400C-BFE7-7D88E9AB9049}" type="presOf" srcId="{6B6C8240-B1E2-4615-8BA3-CBB176A210FE}" destId="{5B2DE0EC-FC61-4BDC-A9E3-EFD7303D0B3F}" srcOrd="0" destOrd="0" presId="urn:microsoft.com/office/officeart/2018/2/layout/IconVerticalSolidList"/>
    <dgm:cxn modelId="{8E7F37C7-0489-463E-B3FC-7BDAEBEA8421}" type="presOf" srcId="{471BE79F-237D-4862-9E06-535BC15C91A4}" destId="{9662A696-F665-4176-955B-DDDEA5155A02}" srcOrd="0" destOrd="0" presId="urn:microsoft.com/office/officeart/2018/2/layout/IconVerticalSolidList"/>
    <dgm:cxn modelId="{BA85ABF2-1712-42C2-8038-6C22B4AD9EA6}" type="presOf" srcId="{9482DA97-C793-4BAE-9FA0-B380D7046993}" destId="{1C574B44-48B5-4BB9-9754-A35A12AEEB08}" srcOrd="0" destOrd="0" presId="urn:microsoft.com/office/officeart/2018/2/layout/IconVerticalSolidList"/>
    <dgm:cxn modelId="{B74CD9F3-2226-440E-8CD6-D52F1A3B9A76}" type="presOf" srcId="{1A7FB189-D38A-44B7-9207-EB38470D1FA9}" destId="{295C7399-98DA-41DD-B4FA-DA6C94A81153}" srcOrd="0" destOrd="0" presId="urn:microsoft.com/office/officeart/2018/2/layout/IconVerticalSolidList"/>
    <dgm:cxn modelId="{CFE144F9-1563-4525-B579-3986379E562C}" srcId="{6B6C8240-B1E2-4615-8BA3-CBB176A210FE}" destId="{668DC282-D7C0-467F-B412-C96A465317F9}" srcOrd="0" destOrd="0" parTransId="{76E5F31B-F5D1-4CBE-BAE0-802DAA98C8C5}" sibTransId="{0E07ACEA-491A-495F-BFFF-BE3B0C648E75}"/>
    <dgm:cxn modelId="{4A8E91FF-B535-4D28-A8AF-999C282D9CDA}" type="presOf" srcId="{B30E346C-6316-4D76-B899-62DA6F1AADF6}" destId="{95495BD9-7EC8-48A1-ADED-3FA09CDC5F6F}" srcOrd="0" destOrd="0" presId="urn:microsoft.com/office/officeart/2018/2/layout/IconVerticalSolidList"/>
    <dgm:cxn modelId="{FA3B820B-91D7-4F6A-919D-603DA82F92ED}" type="presParOf" srcId="{5B2DE0EC-FC61-4BDC-A9E3-EFD7303D0B3F}" destId="{4D19B732-6A49-4A4C-B22E-40470E39AE7C}" srcOrd="0" destOrd="0" presId="urn:microsoft.com/office/officeart/2018/2/layout/IconVerticalSolidList"/>
    <dgm:cxn modelId="{C22EBD7F-EFB2-4EF2-98C2-B373D0CD6713}" type="presParOf" srcId="{4D19B732-6A49-4A4C-B22E-40470E39AE7C}" destId="{FCBF1498-6088-4183-BD1E-4C11AAFFB851}" srcOrd="0" destOrd="0" presId="urn:microsoft.com/office/officeart/2018/2/layout/IconVerticalSolidList"/>
    <dgm:cxn modelId="{6995617D-2232-4A31-8FE9-DE0BA98710CF}" type="presParOf" srcId="{4D19B732-6A49-4A4C-B22E-40470E39AE7C}" destId="{B3F01F81-851D-49BD-A3B8-18F69C2A70A7}" srcOrd="1" destOrd="0" presId="urn:microsoft.com/office/officeart/2018/2/layout/IconVerticalSolidList"/>
    <dgm:cxn modelId="{6180AE67-B2F9-48FF-9181-79EC0FF9AE64}" type="presParOf" srcId="{4D19B732-6A49-4A4C-B22E-40470E39AE7C}" destId="{AAEA30DF-C78B-4FD1-A7B9-BA62DEC7FC38}" srcOrd="2" destOrd="0" presId="urn:microsoft.com/office/officeart/2018/2/layout/IconVerticalSolidList"/>
    <dgm:cxn modelId="{D652CF13-DDFB-4077-9E32-34FBFCA00F0C}" type="presParOf" srcId="{4D19B732-6A49-4A4C-B22E-40470E39AE7C}" destId="{19ACF267-E0E8-4CB0-B778-06739A594FDA}" srcOrd="3" destOrd="0" presId="urn:microsoft.com/office/officeart/2018/2/layout/IconVerticalSolidList"/>
    <dgm:cxn modelId="{B65BE7A8-BA73-4161-874D-F727A65CE41E}" type="presParOf" srcId="{5B2DE0EC-FC61-4BDC-A9E3-EFD7303D0B3F}" destId="{076F89D7-EE1D-4E30-AECE-5E1CEF41F1F0}" srcOrd="1" destOrd="0" presId="urn:microsoft.com/office/officeart/2018/2/layout/IconVerticalSolidList"/>
    <dgm:cxn modelId="{DF39B69E-43CD-4486-B1CA-755CA0686317}" type="presParOf" srcId="{5B2DE0EC-FC61-4BDC-A9E3-EFD7303D0B3F}" destId="{FBAB4707-E594-45F0-8F45-8331AAB26E1F}" srcOrd="2" destOrd="0" presId="urn:microsoft.com/office/officeart/2018/2/layout/IconVerticalSolidList"/>
    <dgm:cxn modelId="{30370B2B-001D-4D07-B7C5-300C7709B3BE}" type="presParOf" srcId="{FBAB4707-E594-45F0-8F45-8331AAB26E1F}" destId="{2D34DC4B-C2D6-4E40-8905-495109EFB01D}" srcOrd="0" destOrd="0" presId="urn:microsoft.com/office/officeart/2018/2/layout/IconVerticalSolidList"/>
    <dgm:cxn modelId="{110E5186-C7BB-43DE-907B-0967FF31831A}" type="presParOf" srcId="{FBAB4707-E594-45F0-8F45-8331AAB26E1F}" destId="{4A783625-94D2-4170-A5DD-E4B06A40EAA8}" srcOrd="1" destOrd="0" presId="urn:microsoft.com/office/officeart/2018/2/layout/IconVerticalSolidList"/>
    <dgm:cxn modelId="{29864559-600B-4235-86B5-978A42B6B8E6}" type="presParOf" srcId="{FBAB4707-E594-45F0-8F45-8331AAB26E1F}" destId="{4CB0B5A8-C1C7-43B7-8532-FE9D64F9EF5F}" srcOrd="2" destOrd="0" presId="urn:microsoft.com/office/officeart/2018/2/layout/IconVerticalSolidList"/>
    <dgm:cxn modelId="{80677728-8811-4A2E-A7C6-E4809266A0A4}" type="presParOf" srcId="{FBAB4707-E594-45F0-8F45-8331AAB26E1F}" destId="{1C574B44-48B5-4BB9-9754-A35A12AEEB08}" srcOrd="3" destOrd="0" presId="urn:microsoft.com/office/officeart/2018/2/layout/IconVerticalSolidList"/>
    <dgm:cxn modelId="{E332318B-8C58-4509-AE31-F3F68EBBACC6}" type="presParOf" srcId="{5B2DE0EC-FC61-4BDC-A9E3-EFD7303D0B3F}" destId="{DC27AAB9-6DD2-4C17-B9DC-9F989921F282}" srcOrd="3" destOrd="0" presId="urn:microsoft.com/office/officeart/2018/2/layout/IconVerticalSolidList"/>
    <dgm:cxn modelId="{AD085225-9777-4ACD-803D-0A34A7ABFED6}" type="presParOf" srcId="{5B2DE0EC-FC61-4BDC-A9E3-EFD7303D0B3F}" destId="{07F6D38B-7094-4AB1-A3DF-58CD850046D7}" srcOrd="4" destOrd="0" presId="urn:microsoft.com/office/officeart/2018/2/layout/IconVerticalSolidList"/>
    <dgm:cxn modelId="{7D912EB3-756C-408E-B9E0-A868D21C3F5B}" type="presParOf" srcId="{07F6D38B-7094-4AB1-A3DF-58CD850046D7}" destId="{B5DFC802-AAEF-4991-8A0F-7EF4AFFE5256}" srcOrd="0" destOrd="0" presId="urn:microsoft.com/office/officeart/2018/2/layout/IconVerticalSolidList"/>
    <dgm:cxn modelId="{A11C4618-0E2C-4336-B92A-7BCE8912FD7C}" type="presParOf" srcId="{07F6D38B-7094-4AB1-A3DF-58CD850046D7}" destId="{E0C2E36D-645C-486A-9B6A-246D36CE4958}" srcOrd="1" destOrd="0" presId="urn:microsoft.com/office/officeart/2018/2/layout/IconVerticalSolidList"/>
    <dgm:cxn modelId="{44097E57-BEFE-4C58-9BD7-DB40A7FE31B7}" type="presParOf" srcId="{07F6D38B-7094-4AB1-A3DF-58CD850046D7}" destId="{043DC4A5-414E-4893-B543-65A6FFE15B16}" srcOrd="2" destOrd="0" presId="urn:microsoft.com/office/officeart/2018/2/layout/IconVerticalSolidList"/>
    <dgm:cxn modelId="{76EAB8EB-7087-4053-90C2-E9D0A9F53DEF}" type="presParOf" srcId="{07F6D38B-7094-4AB1-A3DF-58CD850046D7}" destId="{295C7399-98DA-41DD-B4FA-DA6C94A81153}" srcOrd="3" destOrd="0" presId="urn:microsoft.com/office/officeart/2018/2/layout/IconVerticalSolidList"/>
    <dgm:cxn modelId="{598A6596-31C1-418D-8BB6-9CCF218E9B9F}" type="presParOf" srcId="{5B2DE0EC-FC61-4BDC-A9E3-EFD7303D0B3F}" destId="{93470E0E-AD78-430D-99B6-6064DEDCF5A3}" srcOrd="5" destOrd="0" presId="urn:microsoft.com/office/officeart/2018/2/layout/IconVerticalSolidList"/>
    <dgm:cxn modelId="{7746CE36-F8FE-4753-A2AE-AA83628DFDB6}" type="presParOf" srcId="{5B2DE0EC-FC61-4BDC-A9E3-EFD7303D0B3F}" destId="{AC11CE24-9DBC-4345-9BA7-D9E79CD65C78}" srcOrd="6" destOrd="0" presId="urn:microsoft.com/office/officeart/2018/2/layout/IconVerticalSolidList"/>
    <dgm:cxn modelId="{21C1A00C-81A4-4D28-9128-E386DD7A1D3E}" type="presParOf" srcId="{AC11CE24-9DBC-4345-9BA7-D9E79CD65C78}" destId="{054290A7-B0D0-4FCE-8FCC-29C8AE89D239}" srcOrd="0" destOrd="0" presId="urn:microsoft.com/office/officeart/2018/2/layout/IconVerticalSolidList"/>
    <dgm:cxn modelId="{27EFA380-4CDA-467F-82D1-D92CBA2D5866}" type="presParOf" srcId="{AC11CE24-9DBC-4345-9BA7-D9E79CD65C78}" destId="{7CECE15A-0083-486B-9397-B1145BB94CF1}" srcOrd="1" destOrd="0" presId="urn:microsoft.com/office/officeart/2018/2/layout/IconVerticalSolidList"/>
    <dgm:cxn modelId="{3519B9C0-37A0-4530-A43D-3707CC4FC586}" type="presParOf" srcId="{AC11CE24-9DBC-4345-9BA7-D9E79CD65C78}" destId="{36FAAEFD-CA21-4A1A-B13E-A89674E71785}" srcOrd="2" destOrd="0" presId="urn:microsoft.com/office/officeart/2018/2/layout/IconVerticalSolidList"/>
    <dgm:cxn modelId="{65D85DF2-38AB-4CE6-90C0-FBE0521170D4}" type="presParOf" srcId="{AC11CE24-9DBC-4345-9BA7-D9E79CD65C78}" destId="{9662A696-F665-4176-955B-DDDEA5155A02}" srcOrd="3" destOrd="0" presId="urn:microsoft.com/office/officeart/2018/2/layout/IconVerticalSolidList"/>
    <dgm:cxn modelId="{F82064E8-2B2A-4B07-8270-69AF39FF70FF}" type="presParOf" srcId="{5B2DE0EC-FC61-4BDC-A9E3-EFD7303D0B3F}" destId="{0F62D611-510D-493C-A839-5E2F0524DED1}" srcOrd="7" destOrd="0" presId="urn:microsoft.com/office/officeart/2018/2/layout/IconVerticalSolidList"/>
    <dgm:cxn modelId="{A00D2CEF-96A4-436B-A8A1-37C06D576D48}" type="presParOf" srcId="{5B2DE0EC-FC61-4BDC-A9E3-EFD7303D0B3F}" destId="{835448E1-D678-472C-8510-9D29CED22357}" srcOrd="8" destOrd="0" presId="urn:microsoft.com/office/officeart/2018/2/layout/IconVerticalSolidList"/>
    <dgm:cxn modelId="{217B7A97-D1C6-48AE-88E5-065B947B3F64}" type="presParOf" srcId="{835448E1-D678-472C-8510-9D29CED22357}" destId="{B1F3C5EF-0DF3-4094-83C1-A11EF76AA2DA}" srcOrd="0" destOrd="0" presId="urn:microsoft.com/office/officeart/2018/2/layout/IconVerticalSolidList"/>
    <dgm:cxn modelId="{483E97A9-3276-410D-AD45-9CDC11CA5C11}" type="presParOf" srcId="{835448E1-D678-472C-8510-9D29CED22357}" destId="{22590925-90A1-4BF6-8035-1A0F64C638FE}" srcOrd="1" destOrd="0" presId="urn:microsoft.com/office/officeart/2018/2/layout/IconVerticalSolidList"/>
    <dgm:cxn modelId="{D868CEBD-7FEB-4599-A5B6-8A55FD19113F}" type="presParOf" srcId="{835448E1-D678-472C-8510-9D29CED22357}" destId="{87F2E9A1-46A0-4D7C-A414-636FD36E24E8}" srcOrd="2" destOrd="0" presId="urn:microsoft.com/office/officeart/2018/2/layout/IconVerticalSolidList"/>
    <dgm:cxn modelId="{89DAADEF-597A-414A-A2E3-1F0622E50B0D}" type="presParOf" srcId="{835448E1-D678-472C-8510-9D29CED22357}" destId="{95495BD9-7EC8-48A1-ADED-3FA09CDC5F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F54826-86A8-432E-87BA-41E384D0060B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43D8D2-12B5-4725-AFC7-CBF51511DA56}">
      <dgm:prSet/>
      <dgm:spPr/>
      <dgm:t>
        <a:bodyPr/>
        <a:lstStyle/>
        <a:p>
          <a:r>
            <a:rPr lang="en-US" dirty="0"/>
            <a:t>Desarrollo de un sistema digital denominado BarrioLink, que contempla:</a:t>
          </a:r>
        </a:p>
      </dgm:t>
    </dgm:pt>
    <dgm:pt modelId="{ECD3FEB2-E1E7-4F45-B17E-A7064E318B43}" type="parTrans" cxnId="{CD8D4577-F3E8-45DE-8F4B-502719B3D429}">
      <dgm:prSet/>
      <dgm:spPr/>
      <dgm:t>
        <a:bodyPr/>
        <a:lstStyle/>
        <a:p>
          <a:endParaRPr lang="en-US"/>
        </a:p>
      </dgm:t>
    </dgm:pt>
    <dgm:pt modelId="{9A45B5DE-5718-4B2B-876B-38868032EA2F}" type="sibTrans" cxnId="{CD8D4577-F3E8-45DE-8F4B-502719B3D429}">
      <dgm:prSet/>
      <dgm:spPr/>
      <dgm:t>
        <a:bodyPr/>
        <a:lstStyle/>
        <a:p>
          <a:endParaRPr lang="en-US"/>
        </a:p>
      </dgm:t>
    </dgm:pt>
    <dgm:pt modelId="{5FE77BBC-0B56-4BB3-9FCF-412FCC67975E}">
      <dgm:prSet/>
      <dgm:spPr/>
      <dgm:t>
        <a:bodyPr/>
        <a:lstStyle/>
        <a:p>
          <a:r>
            <a:rPr lang="en-US"/>
            <a:t>• Portal para vecinos.</a:t>
          </a:r>
        </a:p>
      </dgm:t>
    </dgm:pt>
    <dgm:pt modelId="{1033BC29-E8CC-4BB1-8950-098AF7CC065F}" type="parTrans" cxnId="{2F11B4A7-EC79-4CC8-B7F2-746CDD91618C}">
      <dgm:prSet/>
      <dgm:spPr/>
      <dgm:t>
        <a:bodyPr/>
        <a:lstStyle/>
        <a:p>
          <a:endParaRPr lang="en-US"/>
        </a:p>
      </dgm:t>
    </dgm:pt>
    <dgm:pt modelId="{390A73F6-9A6D-4D2D-991B-75C1514D1180}" type="sibTrans" cxnId="{2F11B4A7-EC79-4CC8-B7F2-746CDD91618C}">
      <dgm:prSet/>
      <dgm:spPr/>
      <dgm:t>
        <a:bodyPr/>
        <a:lstStyle/>
        <a:p>
          <a:endParaRPr lang="en-US"/>
        </a:p>
      </dgm:t>
    </dgm:pt>
    <dgm:pt modelId="{FB7EE335-927F-4D2C-BCAB-8E64EE88AA39}">
      <dgm:prSet/>
      <dgm:spPr/>
      <dgm:t>
        <a:bodyPr/>
        <a:lstStyle/>
        <a:p>
          <a:r>
            <a:rPr lang="en-US"/>
            <a:t>• Panel administrativo para directorio.</a:t>
          </a:r>
        </a:p>
      </dgm:t>
    </dgm:pt>
    <dgm:pt modelId="{9E3EF406-53E7-4D50-8F78-4320B0496068}" type="parTrans" cxnId="{C2909A0E-8034-4E35-B9EC-7A7FB263ADFC}">
      <dgm:prSet/>
      <dgm:spPr/>
      <dgm:t>
        <a:bodyPr/>
        <a:lstStyle/>
        <a:p>
          <a:endParaRPr lang="en-US"/>
        </a:p>
      </dgm:t>
    </dgm:pt>
    <dgm:pt modelId="{808CDB8C-5DB5-48A6-84D9-329B17E9385E}" type="sibTrans" cxnId="{C2909A0E-8034-4E35-B9EC-7A7FB263ADFC}">
      <dgm:prSet/>
      <dgm:spPr/>
      <dgm:t>
        <a:bodyPr/>
        <a:lstStyle/>
        <a:p>
          <a:endParaRPr lang="en-US"/>
        </a:p>
      </dgm:t>
    </dgm:pt>
    <dgm:pt modelId="{42728206-526D-43EA-84FE-A4EA56E7A077}">
      <dgm:prSet/>
      <dgm:spPr/>
      <dgm:t>
        <a:bodyPr/>
        <a:lstStyle/>
        <a:p>
          <a:r>
            <a:rPr lang="en-US"/>
            <a:t>• Notificaciones por correo, afiche digital o WhatsApp.</a:t>
          </a:r>
        </a:p>
      </dgm:t>
    </dgm:pt>
    <dgm:pt modelId="{C1A35C5C-7DE8-4D49-A0A8-5A4F4BD07930}" type="parTrans" cxnId="{E78FB437-B9AA-447D-896D-C4FC98FB9C6A}">
      <dgm:prSet/>
      <dgm:spPr/>
      <dgm:t>
        <a:bodyPr/>
        <a:lstStyle/>
        <a:p>
          <a:endParaRPr lang="en-US"/>
        </a:p>
      </dgm:t>
    </dgm:pt>
    <dgm:pt modelId="{FE8550C1-CD92-4C88-B6F9-AECC6B665475}" type="sibTrans" cxnId="{E78FB437-B9AA-447D-896D-C4FC98FB9C6A}">
      <dgm:prSet/>
      <dgm:spPr/>
      <dgm:t>
        <a:bodyPr/>
        <a:lstStyle/>
        <a:p>
          <a:endParaRPr lang="en-US"/>
        </a:p>
      </dgm:t>
    </dgm:pt>
    <dgm:pt modelId="{801C5ED3-AF98-42FD-A528-AB0BAA2364AA}">
      <dgm:prSet/>
      <dgm:spPr/>
      <dgm:t>
        <a:bodyPr/>
        <a:lstStyle/>
        <a:p>
          <a:r>
            <a:rPr lang="en-US" dirty="0"/>
            <a:t>• Gestión de actividades, solicitudes y documentación.</a:t>
          </a:r>
        </a:p>
      </dgm:t>
    </dgm:pt>
    <dgm:pt modelId="{00F7ED4E-7F9A-49CE-BBE0-D9E3516879D7}" type="parTrans" cxnId="{B540BC1D-6CE5-47A4-9BFA-1DCEAF8C8529}">
      <dgm:prSet/>
      <dgm:spPr/>
      <dgm:t>
        <a:bodyPr/>
        <a:lstStyle/>
        <a:p>
          <a:endParaRPr lang="en-US"/>
        </a:p>
      </dgm:t>
    </dgm:pt>
    <dgm:pt modelId="{8EC8FD82-4777-4071-B92F-735D12E2EEF7}" type="sibTrans" cxnId="{B540BC1D-6CE5-47A4-9BFA-1DCEAF8C8529}">
      <dgm:prSet/>
      <dgm:spPr/>
      <dgm:t>
        <a:bodyPr/>
        <a:lstStyle/>
        <a:p>
          <a:endParaRPr lang="en-US"/>
        </a:p>
      </dgm:t>
    </dgm:pt>
    <dgm:pt modelId="{638723CE-CD8A-4C68-8814-65C1719C81A8}">
      <dgm:prSet/>
      <dgm:spPr/>
      <dgm:t>
        <a:bodyPr/>
        <a:lstStyle/>
        <a:p>
          <a:r>
            <a:rPr lang="en-US"/>
            <a:t>• Arquitectura escalable basada en servicios web.</a:t>
          </a:r>
        </a:p>
      </dgm:t>
    </dgm:pt>
    <dgm:pt modelId="{50E4EB64-1072-49C2-9A5E-9579246BDE87}" type="parTrans" cxnId="{7F846D6E-C6AA-4024-8225-8AC4BA99F761}">
      <dgm:prSet/>
      <dgm:spPr/>
      <dgm:t>
        <a:bodyPr/>
        <a:lstStyle/>
        <a:p>
          <a:endParaRPr lang="en-US"/>
        </a:p>
      </dgm:t>
    </dgm:pt>
    <dgm:pt modelId="{F189FD92-85A1-4E70-9AA4-F9CFB8992935}" type="sibTrans" cxnId="{7F846D6E-C6AA-4024-8225-8AC4BA99F761}">
      <dgm:prSet/>
      <dgm:spPr/>
      <dgm:t>
        <a:bodyPr/>
        <a:lstStyle/>
        <a:p>
          <a:endParaRPr lang="en-US"/>
        </a:p>
      </dgm:t>
    </dgm:pt>
    <dgm:pt modelId="{ED9052D4-2200-467E-817B-4A115ED0001F}" type="pres">
      <dgm:prSet presAssocID="{FCF54826-86A8-432E-87BA-41E384D0060B}" presName="Name0" presStyleCnt="0">
        <dgm:presLayoutVars>
          <dgm:dir/>
          <dgm:resizeHandles val="exact"/>
        </dgm:presLayoutVars>
      </dgm:prSet>
      <dgm:spPr/>
    </dgm:pt>
    <dgm:pt modelId="{FB37C8E4-4B3F-4961-94F9-BDD0E59E16E4}" type="pres">
      <dgm:prSet presAssocID="{3343D8D2-12B5-4725-AFC7-CBF51511DA56}" presName="node" presStyleLbl="node1" presStyleIdx="0" presStyleCnt="6">
        <dgm:presLayoutVars>
          <dgm:bulletEnabled val="1"/>
        </dgm:presLayoutVars>
      </dgm:prSet>
      <dgm:spPr/>
    </dgm:pt>
    <dgm:pt modelId="{C455D626-8425-4FA6-97A7-4B0CC0AF0F4B}" type="pres">
      <dgm:prSet presAssocID="{9A45B5DE-5718-4B2B-876B-38868032EA2F}" presName="sibTrans" presStyleLbl="sibTrans1D1" presStyleIdx="0" presStyleCnt="5"/>
      <dgm:spPr/>
    </dgm:pt>
    <dgm:pt modelId="{E3016E95-E854-4928-B5AB-94D12C202A1E}" type="pres">
      <dgm:prSet presAssocID="{9A45B5DE-5718-4B2B-876B-38868032EA2F}" presName="connectorText" presStyleLbl="sibTrans1D1" presStyleIdx="0" presStyleCnt="5"/>
      <dgm:spPr/>
    </dgm:pt>
    <dgm:pt modelId="{6A6C469B-9704-4291-85A3-D5CDC11D38AE}" type="pres">
      <dgm:prSet presAssocID="{5FE77BBC-0B56-4BB3-9FCF-412FCC67975E}" presName="node" presStyleLbl="node1" presStyleIdx="1" presStyleCnt="6">
        <dgm:presLayoutVars>
          <dgm:bulletEnabled val="1"/>
        </dgm:presLayoutVars>
      </dgm:prSet>
      <dgm:spPr/>
    </dgm:pt>
    <dgm:pt modelId="{3F74F5A0-BC76-4137-B731-8CE421458B2C}" type="pres">
      <dgm:prSet presAssocID="{390A73F6-9A6D-4D2D-991B-75C1514D1180}" presName="sibTrans" presStyleLbl="sibTrans1D1" presStyleIdx="1" presStyleCnt="5"/>
      <dgm:spPr/>
    </dgm:pt>
    <dgm:pt modelId="{36EDF8DE-8390-4C8F-A2D7-5051908B669B}" type="pres">
      <dgm:prSet presAssocID="{390A73F6-9A6D-4D2D-991B-75C1514D1180}" presName="connectorText" presStyleLbl="sibTrans1D1" presStyleIdx="1" presStyleCnt="5"/>
      <dgm:spPr/>
    </dgm:pt>
    <dgm:pt modelId="{1FFE9CE5-6475-4C37-A371-38D0F2F1E493}" type="pres">
      <dgm:prSet presAssocID="{FB7EE335-927F-4D2C-BCAB-8E64EE88AA39}" presName="node" presStyleLbl="node1" presStyleIdx="2" presStyleCnt="6">
        <dgm:presLayoutVars>
          <dgm:bulletEnabled val="1"/>
        </dgm:presLayoutVars>
      </dgm:prSet>
      <dgm:spPr/>
    </dgm:pt>
    <dgm:pt modelId="{90555ACB-F5E3-426D-BB80-1F8B8C8BFC79}" type="pres">
      <dgm:prSet presAssocID="{808CDB8C-5DB5-48A6-84D9-329B17E9385E}" presName="sibTrans" presStyleLbl="sibTrans1D1" presStyleIdx="2" presStyleCnt="5"/>
      <dgm:spPr/>
    </dgm:pt>
    <dgm:pt modelId="{6207B733-0EF8-45C6-B5BC-DFC7C5CC8B25}" type="pres">
      <dgm:prSet presAssocID="{808CDB8C-5DB5-48A6-84D9-329B17E9385E}" presName="connectorText" presStyleLbl="sibTrans1D1" presStyleIdx="2" presStyleCnt="5"/>
      <dgm:spPr/>
    </dgm:pt>
    <dgm:pt modelId="{37D249F7-DE4B-4A12-8A3F-CFCA3058D935}" type="pres">
      <dgm:prSet presAssocID="{42728206-526D-43EA-84FE-A4EA56E7A077}" presName="node" presStyleLbl="node1" presStyleIdx="3" presStyleCnt="6">
        <dgm:presLayoutVars>
          <dgm:bulletEnabled val="1"/>
        </dgm:presLayoutVars>
      </dgm:prSet>
      <dgm:spPr/>
    </dgm:pt>
    <dgm:pt modelId="{9123E225-B2AA-4E6F-B1E6-4CE617EA9F6F}" type="pres">
      <dgm:prSet presAssocID="{FE8550C1-CD92-4C88-B6F9-AECC6B665475}" presName="sibTrans" presStyleLbl="sibTrans1D1" presStyleIdx="3" presStyleCnt="5"/>
      <dgm:spPr/>
    </dgm:pt>
    <dgm:pt modelId="{99CB63D1-ED5B-4912-8EB2-D751BA177F5B}" type="pres">
      <dgm:prSet presAssocID="{FE8550C1-CD92-4C88-B6F9-AECC6B665475}" presName="connectorText" presStyleLbl="sibTrans1D1" presStyleIdx="3" presStyleCnt="5"/>
      <dgm:spPr/>
    </dgm:pt>
    <dgm:pt modelId="{EA48FF62-9B25-4A97-8172-94DC0F9B5769}" type="pres">
      <dgm:prSet presAssocID="{801C5ED3-AF98-42FD-A528-AB0BAA2364AA}" presName="node" presStyleLbl="node1" presStyleIdx="4" presStyleCnt="6">
        <dgm:presLayoutVars>
          <dgm:bulletEnabled val="1"/>
        </dgm:presLayoutVars>
      </dgm:prSet>
      <dgm:spPr/>
    </dgm:pt>
    <dgm:pt modelId="{D11279AE-E0D9-4F23-8564-3D276C1070D3}" type="pres">
      <dgm:prSet presAssocID="{8EC8FD82-4777-4071-B92F-735D12E2EEF7}" presName="sibTrans" presStyleLbl="sibTrans1D1" presStyleIdx="4" presStyleCnt="5"/>
      <dgm:spPr/>
    </dgm:pt>
    <dgm:pt modelId="{46850AC1-A619-48C0-A43E-AB78E52C4A77}" type="pres">
      <dgm:prSet presAssocID="{8EC8FD82-4777-4071-B92F-735D12E2EEF7}" presName="connectorText" presStyleLbl="sibTrans1D1" presStyleIdx="4" presStyleCnt="5"/>
      <dgm:spPr/>
    </dgm:pt>
    <dgm:pt modelId="{1CBD8C57-EE72-4B17-AFF7-BF9FEB756457}" type="pres">
      <dgm:prSet presAssocID="{638723CE-CD8A-4C68-8814-65C1719C81A8}" presName="node" presStyleLbl="node1" presStyleIdx="5" presStyleCnt="6">
        <dgm:presLayoutVars>
          <dgm:bulletEnabled val="1"/>
        </dgm:presLayoutVars>
      </dgm:prSet>
      <dgm:spPr/>
    </dgm:pt>
  </dgm:ptLst>
  <dgm:cxnLst>
    <dgm:cxn modelId="{C2909A0E-8034-4E35-B9EC-7A7FB263ADFC}" srcId="{FCF54826-86A8-432E-87BA-41E384D0060B}" destId="{FB7EE335-927F-4D2C-BCAB-8E64EE88AA39}" srcOrd="2" destOrd="0" parTransId="{9E3EF406-53E7-4D50-8F78-4320B0496068}" sibTransId="{808CDB8C-5DB5-48A6-84D9-329B17E9385E}"/>
    <dgm:cxn modelId="{EE892712-D88B-4239-B266-79C730AA43B9}" type="presOf" srcId="{390A73F6-9A6D-4D2D-991B-75C1514D1180}" destId="{3F74F5A0-BC76-4137-B731-8CE421458B2C}" srcOrd="0" destOrd="0" presId="urn:microsoft.com/office/officeart/2016/7/layout/RepeatingBendingProcessNew"/>
    <dgm:cxn modelId="{B540BC1D-6CE5-47A4-9BFA-1DCEAF8C8529}" srcId="{FCF54826-86A8-432E-87BA-41E384D0060B}" destId="{801C5ED3-AF98-42FD-A528-AB0BAA2364AA}" srcOrd="4" destOrd="0" parTransId="{00F7ED4E-7F9A-49CE-BBE0-D9E3516879D7}" sibTransId="{8EC8FD82-4777-4071-B92F-735D12E2EEF7}"/>
    <dgm:cxn modelId="{5961482D-3E19-4D07-B7C1-0218CBB7B98D}" type="presOf" srcId="{390A73F6-9A6D-4D2D-991B-75C1514D1180}" destId="{36EDF8DE-8390-4C8F-A2D7-5051908B669B}" srcOrd="1" destOrd="0" presId="urn:microsoft.com/office/officeart/2016/7/layout/RepeatingBendingProcessNew"/>
    <dgm:cxn modelId="{E78FB437-B9AA-447D-896D-C4FC98FB9C6A}" srcId="{FCF54826-86A8-432E-87BA-41E384D0060B}" destId="{42728206-526D-43EA-84FE-A4EA56E7A077}" srcOrd="3" destOrd="0" parTransId="{C1A35C5C-7DE8-4D49-A0A8-5A4F4BD07930}" sibTransId="{FE8550C1-CD92-4C88-B6F9-AECC6B665475}"/>
    <dgm:cxn modelId="{D89C7E39-2A18-4EC0-B5D3-AE8C4F186871}" type="presOf" srcId="{5FE77BBC-0B56-4BB3-9FCF-412FCC67975E}" destId="{6A6C469B-9704-4291-85A3-D5CDC11D38AE}" srcOrd="0" destOrd="0" presId="urn:microsoft.com/office/officeart/2016/7/layout/RepeatingBendingProcessNew"/>
    <dgm:cxn modelId="{E979EA3E-FD63-4BA9-B628-5975427F189C}" type="presOf" srcId="{FE8550C1-CD92-4C88-B6F9-AECC6B665475}" destId="{99CB63D1-ED5B-4912-8EB2-D751BA177F5B}" srcOrd="1" destOrd="0" presId="urn:microsoft.com/office/officeart/2016/7/layout/RepeatingBendingProcessNew"/>
    <dgm:cxn modelId="{11E80A5F-332F-4255-A0AC-C042F96A08DA}" type="presOf" srcId="{9A45B5DE-5718-4B2B-876B-38868032EA2F}" destId="{C455D626-8425-4FA6-97A7-4B0CC0AF0F4B}" srcOrd="0" destOrd="0" presId="urn:microsoft.com/office/officeart/2016/7/layout/RepeatingBendingProcessNew"/>
    <dgm:cxn modelId="{7F846D6E-C6AA-4024-8225-8AC4BA99F761}" srcId="{FCF54826-86A8-432E-87BA-41E384D0060B}" destId="{638723CE-CD8A-4C68-8814-65C1719C81A8}" srcOrd="5" destOrd="0" parTransId="{50E4EB64-1072-49C2-9A5E-9579246BDE87}" sibTransId="{F189FD92-85A1-4E70-9AA4-F9CFB8992935}"/>
    <dgm:cxn modelId="{8F9E1C4F-B5E9-4017-AB76-089B1F7ABC55}" type="presOf" srcId="{FE8550C1-CD92-4C88-B6F9-AECC6B665475}" destId="{9123E225-B2AA-4E6F-B1E6-4CE617EA9F6F}" srcOrd="0" destOrd="0" presId="urn:microsoft.com/office/officeart/2016/7/layout/RepeatingBendingProcessNew"/>
    <dgm:cxn modelId="{CD8D4577-F3E8-45DE-8F4B-502719B3D429}" srcId="{FCF54826-86A8-432E-87BA-41E384D0060B}" destId="{3343D8D2-12B5-4725-AFC7-CBF51511DA56}" srcOrd="0" destOrd="0" parTransId="{ECD3FEB2-E1E7-4F45-B17E-A7064E318B43}" sibTransId="{9A45B5DE-5718-4B2B-876B-38868032EA2F}"/>
    <dgm:cxn modelId="{41492189-741B-4A57-A7A6-0CE01812FEFB}" type="presOf" srcId="{8EC8FD82-4777-4071-B92F-735D12E2EEF7}" destId="{D11279AE-E0D9-4F23-8564-3D276C1070D3}" srcOrd="0" destOrd="0" presId="urn:microsoft.com/office/officeart/2016/7/layout/RepeatingBendingProcessNew"/>
    <dgm:cxn modelId="{5F71E89D-F813-47CE-8EE9-65FD331893DA}" type="presOf" srcId="{808CDB8C-5DB5-48A6-84D9-329B17E9385E}" destId="{90555ACB-F5E3-426D-BB80-1F8B8C8BFC79}" srcOrd="0" destOrd="0" presId="urn:microsoft.com/office/officeart/2016/7/layout/RepeatingBendingProcessNew"/>
    <dgm:cxn modelId="{014781A2-5BB6-4182-92F0-D54BECBC50C7}" type="presOf" srcId="{42728206-526D-43EA-84FE-A4EA56E7A077}" destId="{37D249F7-DE4B-4A12-8A3F-CFCA3058D935}" srcOrd="0" destOrd="0" presId="urn:microsoft.com/office/officeart/2016/7/layout/RepeatingBendingProcessNew"/>
    <dgm:cxn modelId="{B83CFDA6-1065-46B7-92AE-3AAFA4A9AE55}" type="presOf" srcId="{801C5ED3-AF98-42FD-A528-AB0BAA2364AA}" destId="{EA48FF62-9B25-4A97-8172-94DC0F9B5769}" srcOrd="0" destOrd="0" presId="urn:microsoft.com/office/officeart/2016/7/layout/RepeatingBendingProcessNew"/>
    <dgm:cxn modelId="{2F11B4A7-EC79-4CC8-B7F2-746CDD91618C}" srcId="{FCF54826-86A8-432E-87BA-41E384D0060B}" destId="{5FE77BBC-0B56-4BB3-9FCF-412FCC67975E}" srcOrd="1" destOrd="0" parTransId="{1033BC29-E8CC-4BB1-8950-098AF7CC065F}" sibTransId="{390A73F6-9A6D-4D2D-991B-75C1514D1180}"/>
    <dgm:cxn modelId="{B506DEBA-A6F4-4C89-8D43-1D7C53861A00}" type="presOf" srcId="{3343D8D2-12B5-4725-AFC7-CBF51511DA56}" destId="{FB37C8E4-4B3F-4961-94F9-BDD0E59E16E4}" srcOrd="0" destOrd="0" presId="urn:microsoft.com/office/officeart/2016/7/layout/RepeatingBendingProcessNew"/>
    <dgm:cxn modelId="{C3CEBECC-0278-4721-99F9-FD513FC8D7B3}" type="presOf" srcId="{808CDB8C-5DB5-48A6-84D9-329B17E9385E}" destId="{6207B733-0EF8-45C6-B5BC-DFC7C5CC8B25}" srcOrd="1" destOrd="0" presId="urn:microsoft.com/office/officeart/2016/7/layout/RepeatingBendingProcessNew"/>
    <dgm:cxn modelId="{259170DA-423B-423E-95E1-6EC959165E63}" type="presOf" srcId="{FCF54826-86A8-432E-87BA-41E384D0060B}" destId="{ED9052D4-2200-467E-817B-4A115ED0001F}" srcOrd="0" destOrd="0" presId="urn:microsoft.com/office/officeart/2016/7/layout/RepeatingBendingProcessNew"/>
    <dgm:cxn modelId="{132FF6DC-2D85-44C8-A652-C63CDC056953}" type="presOf" srcId="{FB7EE335-927F-4D2C-BCAB-8E64EE88AA39}" destId="{1FFE9CE5-6475-4C37-A371-38D0F2F1E493}" srcOrd="0" destOrd="0" presId="urn:microsoft.com/office/officeart/2016/7/layout/RepeatingBendingProcessNew"/>
    <dgm:cxn modelId="{05E4F3E5-8A07-4F29-89C9-100C97098747}" type="presOf" srcId="{638723CE-CD8A-4C68-8814-65C1719C81A8}" destId="{1CBD8C57-EE72-4B17-AFF7-BF9FEB756457}" srcOrd="0" destOrd="0" presId="urn:microsoft.com/office/officeart/2016/7/layout/RepeatingBendingProcessNew"/>
    <dgm:cxn modelId="{128BD3F2-BBF5-4C00-8572-ED2B8424911B}" type="presOf" srcId="{9A45B5DE-5718-4B2B-876B-38868032EA2F}" destId="{E3016E95-E854-4928-B5AB-94D12C202A1E}" srcOrd="1" destOrd="0" presId="urn:microsoft.com/office/officeart/2016/7/layout/RepeatingBendingProcessNew"/>
    <dgm:cxn modelId="{938803F9-F541-4EB8-BA21-3FA972AE24BC}" type="presOf" srcId="{8EC8FD82-4777-4071-B92F-735D12E2EEF7}" destId="{46850AC1-A619-48C0-A43E-AB78E52C4A77}" srcOrd="1" destOrd="0" presId="urn:microsoft.com/office/officeart/2016/7/layout/RepeatingBendingProcessNew"/>
    <dgm:cxn modelId="{D6264040-7EDF-4F53-B2B9-BAC1ACEB5B65}" type="presParOf" srcId="{ED9052D4-2200-467E-817B-4A115ED0001F}" destId="{FB37C8E4-4B3F-4961-94F9-BDD0E59E16E4}" srcOrd="0" destOrd="0" presId="urn:microsoft.com/office/officeart/2016/7/layout/RepeatingBendingProcessNew"/>
    <dgm:cxn modelId="{BF17D508-7B5E-4A3D-B69A-37041AE4D4A5}" type="presParOf" srcId="{ED9052D4-2200-467E-817B-4A115ED0001F}" destId="{C455D626-8425-4FA6-97A7-4B0CC0AF0F4B}" srcOrd="1" destOrd="0" presId="urn:microsoft.com/office/officeart/2016/7/layout/RepeatingBendingProcessNew"/>
    <dgm:cxn modelId="{BDEFA820-90A1-4CDA-ABB6-2602B07904A7}" type="presParOf" srcId="{C455D626-8425-4FA6-97A7-4B0CC0AF0F4B}" destId="{E3016E95-E854-4928-B5AB-94D12C202A1E}" srcOrd="0" destOrd="0" presId="urn:microsoft.com/office/officeart/2016/7/layout/RepeatingBendingProcessNew"/>
    <dgm:cxn modelId="{A3471996-9858-41F5-B182-96BE4B795246}" type="presParOf" srcId="{ED9052D4-2200-467E-817B-4A115ED0001F}" destId="{6A6C469B-9704-4291-85A3-D5CDC11D38AE}" srcOrd="2" destOrd="0" presId="urn:microsoft.com/office/officeart/2016/7/layout/RepeatingBendingProcessNew"/>
    <dgm:cxn modelId="{68E9AE10-D7CA-49A5-BBE0-2B4C8CD94763}" type="presParOf" srcId="{ED9052D4-2200-467E-817B-4A115ED0001F}" destId="{3F74F5A0-BC76-4137-B731-8CE421458B2C}" srcOrd="3" destOrd="0" presId="urn:microsoft.com/office/officeart/2016/7/layout/RepeatingBendingProcessNew"/>
    <dgm:cxn modelId="{15AB3155-9DC1-44BC-89A2-1FB61EE73086}" type="presParOf" srcId="{3F74F5A0-BC76-4137-B731-8CE421458B2C}" destId="{36EDF8DE-8390-4C8F-A2D7-5051908B669B}" srcOrd="0" destOrd="0" presId="urn:microsoft.com/office/officeart/2016/7/layout/RepeatingBendingProcessNew"/>
    <dgm:cxn modelId="{58CC25F4-F27F-4659-93F2-8BB4D3CC3615}" type="presParOf" srcId="{ED9052D4-2200-467E-817B-4A115ED0001F}" destId="{1FFE9CE5-6475-4C37-A371-38D0F2F1E493}" srcOrd="4" destOrd="0" presId="urn:microsoft.com/office/officeart/2016/7/layout/RepeatingBendingProcessNew"/>
    <dgm:cxn modelId="{5DB64870-1BE8-4691-A5F4-5B978C6CF94E}" type="presParOf" srcId="{ED9052D4-2200-467E-817B-4A115ED0001F}" destId="{90555ACB-F5E3-426D-BB80-1F8B8C8BFC79}" srcOrd="5" destOrd="0" presId="urn:microsoft.com/office/officeart/2016/7/layout/RepeatingBendingProcessNew"/>
    <dgm:cxn modelId="{127CCF2E-0CBA-4460-9EE6-66C5172431FF}" type="presParOf" srcId="{90555ACB-F5E3-426D-BB80-1F8B8C8BFC79}" destId="{6207B733-0EF8-45C6-B5BC-DFC7C5CC8B25}" srcOrd="0" destOrd="0" presId="urn:microsoft.com/office/officeart/2016/7/layout/RepeatingBendingProcessNew"/>
    <dgm:cxn modelId="{64B04109-7EFD-45B7-B408-D04D490E7989}" type="presParOf" srcId="{ED9052D4-2200-467E-817B-4A115ED0001F}" destId="{37D249F7-DE4B-4A12-8A3F-CFCA3058D935}" srcOrd="6" destOrd="0" presId="urn:microsoft.com/office/officeart/2016/7/layout/RepeatingBendingProcessNew"/>
    <dgm:cxn modelId="{FCBD8F7C-94B9-4997-8C1F-2C4BBFE3D710}" type="presParOf" srcId="{ED9052D4-2200-467E-817B-4A115ED0001F}" destId="{9123E225-B2AA-4E6F-B1E6-4CE617EA9F6F}" srcOrd="7" destOrd="0" presId="urn:microsoft.com/office/officeart/2016/7/layout/RepeatingBendingProcessNew"/>
    <dgm:cxn modelId="{70ED3004-8B79-4C2F-89D2-209CB551F55C}" type="presParOf" srcId="{9123E225-B2AA-4E6F-B1E6-4CE617EA9F6F}" destId="{99CB63D1-ED5B-4912-8EB2-D751BA177F5B}" srcOrd="0" destOrd="0" presId="urn:microsoft.com/office/officeart/2016/7/layout/RepeatingBendingProcessNew"/>
    <dgm:cxn modelId="{5912D532-D57E-4452-8BCE-0D7EFD2D69F3}" type="presParOf" srcId="{ED9052D4-2200-467E-817B-4A115ED0001F}" destId="{EA48FF62-9B25-4A97-8172-94DC0F9B5769}" srcOrd="8" destOrd="0" presId="urn:microsoft.com/office/officeart/2016/7/layout/RepeatingBendingProcessNew"/>
    <dgm:cxn modelId="{54E11FAA-8AA6-42FD-BBC9-08C95FE0A140}" type="presParOf" srcId="{ED9052D4-2200-467E-817B-4A115ED0001F}" destId="{D11279AE-E0D9-4F23-8564-3D276C1070D3}" srcOrd="9" destOrd="0" presId="urn:microsoft.com/office/officeart/2016/7/layout/RepeatingBendingProcessNew"/>
    <dgm:cxn modelId="{E672CBCE-37EA-40D4-BC10-DD39AC6D8667}" type="presParOf" srcId="{D11279AE-E0D9-4F23-8564-3D276C1070D3}" destId="{46850AC1-A619-48C0-A43E-AB78E52C4A77}" srcOrd="0" destOrd="0" presId="urn:microsoft.com/office/officeart/2016/7/layout/RepeatingBendingProcessNew"/>
    <dgm:cxn modelId="{5F256969-5BB1-43E5-818F-ADED409A7AFE}" type="presParOf" srcId="{ED9052D4-2200-467E-817B-4A115ED0001F}" destId="{1CBD8C57-EE72-4B17-AFF7-BF9FEB75645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5AFD5E-A7DA-46D3-8859-F4737C62603E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13A093-3BF9-4702-B229-E75C1B50CF22}">
      <dgm:prSet/>
      <dgm:spPr/>
      <dgm:t>
        <a:bodyPr/>
        <a:lstStyle/>
        <a:p>
          <a:r>
            <a:rPr lang="en-US"/>
            <a:t>• Revisión de expectativas </a:t>
          </a:r>
        </a:p>
      </dgm:t>
    </dgm:pt>
    <dgm:pt modelId="{B73DC4E9-D7D6-48FD-AD87-3A2A5579D251}" type="parTrans" cxnId="{7309D66A-32F1-4201-920D-40C45CF0F41B}">
      <dgm:prSet/>
      <dgm:spPr/>
      <dgm:t>
        <a:bodyPr/>
        <a:lstStyle/>
        <a:p>
          <a:endParaRPr lang="en-US"/>
        </a:p>
      </dgm:t>
    </dgm:pt>
    <dgm:pt modelId="{0CEC9929-80E1-4E3F-82B9-29BA9994A2D5}" type="sibTrans" cxnId="{7309D66A-32F1-4201-920D-40C45CF0F41B}">
      <dgm:prSet/>
      <dgm:spPr/>
      <dgm:t>
        <a:bodyPr/>
        <a:lstStyle/>
        <a:p>
          <a:endParaRPr lang="en-US"/>
        </a:p>
      </dgm:t>
    </dgm:pt>
    <dgm:pt modelId="{AFD0561F-0B90-4089-B6B1-EDFF74C27A54}">
      <dgm:prSet/>
      <dgm:spPr/>
      <dgm:t>
        <a:bodyPr/>
        <a:lstStyle/>
        <a:p>
          <a:r>
            <a:rPr lang="en-US"/>
            <a:t>• Definición del alcance inicial.</a:t>
          </a:r>
        </a:p>
      </dgm:t>
    </dgm:pt>
    <dgm:pt modelId="{8839C58B-2F09-4329-8BEA-77D8661F44FA}" type="parTrans" cxnId="{E43ABB53-508E-4D2E-9CBA-930F0A3E88D5}">
      <dgm:prSet/>
      <dgm:spPr/>
      <dgm:t>
        <a:bodyPr/>
        <a:lstStyle/>
        <a:p>
          <a:endParaRPr lang="en-US"/>
        </a:p>
      </dgm:t>
    </dgm:pt>
    <dgm:pt modelId="{552EE254-C25E-4724-9463-84B28EC0F878}" type="sibTrans" cxnId="{E43ABB53-508E-4D2E-9CBA-930F0A3E88D5}">
      <dgm:prSet/>
      <dgm:spPr/>
      <dgm:t>
        <a:bodyPr/>
        <a:lstStyle/>
        <a:p>
          <a:endParaRPr lang="en-US"/>
        </a:p>
      </dgm:t>
    </dgm:pt>
    <dgm:pt modelId="{5F510EA7-60D6-4AE1-8F7A-F070F1633D77}">
      <dgm:prSet/>
      <dgm:spPr/>
      <dgm:t>
        <a:bodyPr/>
        <a:lstStyle/>
        <a:p>
          <a:r>
            <a:rPr lang="en-US" dirty="0"/>
            <a:t>• Identificación de roles y responsables.</a:t>
          </a:r>
        </a:p>
      </dgm:t>
    </dgm:pt>
    <dgm:pt modelId="{8645EF9C-EDD8-4A1E-B0F9-C922133B819A}" type="parTrans" cxnId="{1A4BBE24-595F-444B-92D6-CE1C85C0D03F}">
      <dgm:prSet/>
      <dgm:spPr/>
      <dgm:t>
        <a:bodyPr/>
        <a:lstStyle/>
        <a:p>
          <a:endParaRPr lang="en-US"/>
        </a:p>
      </dgm:t>
    </dgm:pt>
    <dgm:pt modelId="{754F0752-84BC-4675-8D5A-FA1B74D3FFD5}" type="sibTrans" cxnId="{1A4BBE24-595F-444B-92D6-CE1C85C0D03F}">
      <dgm:prSet/>
      <dgm:spPr/>
      <dgm:t>
        <a:bodyPr/>
        <a:lstStyle/>
        <a:p>
          <a:endParaRPr lang="en-US"/>
        </a:p>
      </dgm:t>
    </dgm:pt>
    <dgm:pt modelId="{21E170F0-0C4E-46B0-9098-868ADF7A0884}">
      <dgm:prSet/>
      <dgm:spPr/>
      <dgm:t>
        <a:bodyPr/>
        <a:lstStyle/>
        <a:p>
          <a:r>
            <a:rPr lang="en-US"/>
            <a:t>• Validación del roadmap y prioridades.</a:t>
          </a:r>
        </a:p>
      </dgm:t>
    </dgm:pt>
    <dgm:pt modelId="{80C9610E-043B-440C-B1EB-B1B8F80906EC}" type="parTrans" cxnId="{3F3CC8B2-105F-4D12-8672-EECCD73B8F04}">
      <dgm:prSet/>
      <dgm:spPr/>
      <dgm:t>
        <a:bodyPr/>
        <a:lstStyle/>
        <a:p>
          <a:endParaRPr lang="en-US"/>
        </a:p>
      </dgm:t>
    </dgm:pt>
    <dgm:pt modelId="{9C34C3D9-9B20-4871-B49B-A4E28778ABC5}" type="sibTrans" cxnId="{3F3CC8B2-105F-4D12-8672-EECCD73B8F04}">
      <dgm:prSet/>
      <dgm:spPr/>
      <dgm:t>
        <a:bodyPr/>
        <a:lstStyle/>
        <a:p>
          <a:endParaRPr lang="en-US"/>
        </a:p>
      </dgm:t>
    </dgm:pt>
    <dgm:pt modelId="{5295EB7D-1FB7-41B8-BD1E-D1C52A8051AF}">
      <dgm:prSet/>
      <dgm:spPr/>
      <dgm:t>
        <a:bodyPr/>
        <a:lstStyle/>
        <a:p>
          <a:r>
            <a:rPr lang="en-US"/>
            <a:t>• Alineación metodológica y acuerdos operativos.</a:t>
          </a:r>
        </a:p>
      </dgm:t>
    </dgm:pt>
    <dgm:pt modelId="{6ADDA745-065E-451F-84E6-95D9191F2321}" type="parTrans" cxnId="{95AE1028-9FB2-4A08-864A-B0B38C4CA57D}">
      <dgm:prSet/>
      <dgm:spPr/>
      <dgm:t>
        <a:bodyPr/>
        <a:lstStyle/>
        <a:p>
          <a:endParaRPr lang="en-US"/>
        </a:p>
      </dgm:t>
    </dgm:pt>
    <dgm:pt modelId="{478400C3-9BF0-4189-87CE-90BA34157760}" type="sibTrans" cxnId="{95AE1028-9FB2-4A08-864A-B0B38C4CA57D}">
      <dgm:prSet/>
      <dgm:spPr/>
      <dgm:t>
        <a:bodyPr/>
        <a:lstStyle/>
        <a:p>
          <a:endParaRPr lang="en-US"/>
        </a:p>
      </dgm:t>
    </dgm:pt>
    <dgm:pt modelId="{5E9BCFDE-5D5A-4933-8B74-F16B3C81B577}" type="pres">
      <dgm:prSet presAssocID="{E35AFD5E-A7DA-46D3-8859-F4737C62603E}" presName="outerComposite" presStyleCnt="0">
        <dgm:presLayoutVars>
          <dgm:chMax val="5"/>
          <dgm:dir/>
          <dgm:resizeHandles val="exact"/>
        </dgm:presLayoutVars>
      </dgm:prSet>
      <dgm:spPr/>
    </dgm:pt>
    <dgm:pt modelId="{5E961C95-4023-4585-A33E-216858720A96}" type="pres">
      <dgm:prSet presAssocID="{E35AFD5E-A7DA-46D3-8859-F4737C62603E}" presName="dummyMaxCanvas" presStyleCnt="0">
        <dgm:presLayoutVars/>
      </dgm:prSet>
      <dgm:spPr/>
    </dgm:pt>
    <dgm:pt modelId="{29C0C192-F10D-4227-A78C-065ACE4AE765}" type="pres">
      <dgm:prSet presAssocID="{E35AFD5E-A7DA-46D3-8859-F4737C62603E}" presName="FiveNodes_1" presStyleLbl="node1" presStyleIdx="0" presStyleCnt="5">
        <dgm:presLayoutVars>
          <dgm:bulletEnabled val="1"/>
        </dgm:presLayoutVars>
      </dgm:prSet>
      <dgm:spPr/>
    </dgm:pt>
    <dgm:pt modelId="{20A74898-22E6-48F5-B571-13C0480E94CC}" type="pres">
      <dgm:prSet presAssocID="{E35AFD5E-A7DA-46D3-8859-F4737C62603E}" presName="FiveNodes_2" presStyleLbl="node1" presStyleIdx="1" presStyleCnt="5">
        <dgm:presLayoutVars>
          <dgm:bulletEnabled val="1"/>
        </dgm:presLayoutVars>
      </dgm:prSet>
      <dgm:spPr/>
    </dgm:pt>
    <dgm:pt modelId="{F27FEAF5-870A-4C0C-A4D1-6276A2604524}" type="pres">
      <dgm:prSet presAssocID="{E35AFD5E-A7DA-46D3-8859-F4737C62603E}" presName="FiveNodes_3" presStyleLbl="node1" presStyleIdx="2" presStyleCnt="5">
        <dgm:presLayoutVars>
          <dgm:bulletEnabled val="1"/>
        </dgm:presLayoutVars>
      </dgm:prSet>
      <dgm:spPr/>
    </dgm:pt>
    <dgm:pt modelId="{FBCA42F5-7153-4BA7-B0BF-B4555A13117E}" type="pres">
      <dgm:prSet presAssocID="{E35AFD5E-A7DA-46D3-8859-F4737C62603E}" presName="FiveNodes_4" presStyleLbl="node1" presStyleIdx="3" presStyleCnt="5">
        <dgm:presLayoutVars>
          <dgm:bulletEnabled val="1"/>
        </dgm:presLayoutVars>
      </dgm:prSet>
      <dgm:spPr/>
    </dgm:pt>
    <dgm:pt modelId="{1953E956-DC20-499B-8F56-24FD6A2C7DBF}" type="pres">
      <dgm:prSet presAssocID="{E35AFD5E-A7DA-46D3-8859-F4737C62603E}" presName="FiveNodes_5" presStyleLbl="node1" presStyleIdx="4" presStyleCnt="5">
        <dgm:presLayoutVars>
          <dgm:bulletEnabled val="1"/>
        </dgm:presLayoutVars>
      </dgm:prSet>
      <dgm:spPr/>
    </dgm:pt>
    <dgm:pt modelId="{2D0CE42F-F89A-43D9-AF17-135BFA1BB0E6}" type="pres">
      <dgm:prSet presAssocID="{E35AFD5E-A7DA-46D3-8859-F4737C62603E}" presName="FiveConn_1-2" presStyleLbl="fgAccFollowNode1" presStyleIdx="0" presStyleCnt="4">
        <dgm:presLayoutVars>
          <dgm:bulletEnabled val="1"/>
        </dgm:presLayoutVars>
      </dgm:prSet>
      <dgm:spPr/>
    </dgm:pt>
    <dgm:pt modelId="{BC31C793-E215-4C70-9FEF-C081BA011753}" type="pres">
      <dgm:prSet presAssocID="{E35AFD5E-A7DA-46D3-8859-F4737C62603E}" presName="FiveConn_2-3" presStyleLbl="fgAccFollowNode1" presStyleIdx="1" presStyleCnt="4">
        <dgm:presLayoutVars>
          <dgm:bulletEnabled val="1"/>
        </dgm:presLayoutVars>
      </dgm:prSet>
      <dgm:spPr/>
    </dgm:pt>
    <dgm:pt modelId="{B9580EE8-A642-48E3-B57D-3FC31B4EE561}" type="pres">
      <dgm:prSet presAssocID="{E35AFD5E-A7DA-46D3-8859-F4737C62603E}" presName="FiveConn_3-4" presStyleLbl="fgAccFollowNode1" presStyleIdx="2" presStyleCnt="4">
        <dgm:presLayoutVars>
          <dgm:bulletEnabled val="1"/>
        </dgm:presLayoutVars>
      </dgm:prSet>
      <dgm:spPr/>
    </dgm:pt>
    <dgm:pt modelId="{9E0ABAE0-24D1-4828-B553-C05CDF3C538D}" type="pres">
      <dgm:prSet presAssocID="{E35AFD5E-A7DA-46D3-8859-F4737C62603E}" presName="FiveConn_4-5" presStyleLbl="fgAccFollowNode1" presStyleIdx="3" presStyleCnt="4">
        <dgm:presLayoutVars>
          <dgm:bulletEnabled val="1"/>
        </dgm:presLayoutVars>
      </dgm:prSet>
      <dgm:spPr/>
    </dgm:pt>
    <dgm:pt modelId="{BAC29F62-DE96-49FE-86D3-8F8895516992}" type="pres">
      <dgm:prSet presAssocID="{E35AFD5E-A7DA-46D3-8859-F4737C62603E}" presName="FiveNodes_1_text" presStyleLbl="node1" presStyleIdx="4" presStyleCnt="5">
        <dgm:presLayoutVars>
          <dgm:bulletEnabled val="1"/>
        </dgm:presLayoutVars>
      </dgm:prSet>
      <dgm:spPr/>
    </dgm:pt>
    <dgm:pt modelId="{44D1F2C5-308A-4738-9EB0-C9862A597D86}" type="pres">
      <dgm:prSet presAssocID="{E35AFD5E-A7DA-46D3-8859-F4737C62603E}" presName="FiveNodes_2_text" presStyleLbl="node1" presStyleIdx="4" presStyleCnt="5">
        <dgm:presLayoutVars>
          <dgm:bulletEnabled val="1"/>
        </dgm:presLayoutVars>
      </dgm:prSet>
      <dgm:spPr/>
    </dgm:pt>
    <dgm:pt modelId="{7F2BDF31-C5EE-4CC1-9061-7953950EAEB8}" type="pres">
      <dgm:prSet presAssocID="{E35AFD5E-A7DA-46D3-8859-F4737C62603E}" presName="FiveNodes_3_text" presStyleLbl="node1" presStyleIdx="4" presStyleCnt="5">
        <dgm:presLayoutVars>
          <dgm:bulletEnabled val="1"/>
        </dgm:presLayoutVars>
      </dgm:prSet>
      <dgm:spPr/>
    </dgm:pt>
    <dgm:pt modelId="{262F23C6-9C9A-4681-A831-CD138053F649}" type="pres">
      <dgm:prSet presAssocID="{E35AFD5E-A7DA-46D3-8859-F4737C62603E}" presName="FiveNodes_4_text" presStyleLbl="node1" presStyleIdx="4" presStyleCnt="5">
        <dgm:presLayoutVars>
          <dgm:bulletEnabled val="1"/>
        </dgm:presLayoutVars>
      </dgm:prSet>
      <dgm:spPr/>
    </dgm:pt>
    <dgm:pt modelId="{C7348E65-A16F-4640-BB84-C1D1C88447CA}" type="pres">
      <dgm:prSet presAssocID="{E35AFD5E-A7DA-46D3-8859-F4737C62603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3809F00-38C3-4FEA-805C-C3E284A2F85C}" type="presOf" srcId="{1413A093-3BF9-4702-B229-E75C1B50CF22}" destId="{BAC29F62-DE96-49FE-86D3-8F8895516992}" srcOrd="1" destOrd="0" presId="urn:microsoft.com/office/officeart/2005/8/layout/vProcess5"/>
    <dgm:cxn modelId="{798ED50C-7313-4A8A-ABC6-ACF6F9356491}" type="presOf" srcId="{21E170F0-0C4E-46B0-9098-868ADF7A0884}" destId="{262F23C6-9C9A-4681-A831-CD138053F649}" srcOrd="1" destOrd="0" presId="urn:microsoft.com/office/officeart/2005/8/layout/vProcess5"/>
    <dgm:cxn modelId="{5C76FD19-7191-4474-8A75-BE5DC3B310EB}" type="presOf" srcId="{E35AFD5E-A7DA-46D3-8859-F4737C62603E}" destId="{5E9BCFDE-5D5A-4933-8B74-F16B3C81B577}" srcOrd="0" destOrd="0" presId="urn:microsoft.com/office/officeart/2005/8/layout/vProcess5"/>
    <dgm:cxn modelId="{1A4BBE24-595F-444B-92D6-CE1C85C0D03F}" srcId="{E35AFD5E-A7DA-46D3-8859-F4737C62603E}" destId="{5F510EA7-60D6-4AE1-8F7A-F070F1633D77}" srcOrd="2" destOrd="0" parTransId="{8645EF9C-EDD8-4A1E-B0F9-C922133B819A}" sibTransId="{754F0752-84BC-4675-8D5A-FA1B74D3FFD5}"/>
    <dgm:cxn modelId="{95AE1028-9FB2-4A08-864A-B0B38C4CA57D}" srcId="{E35AFD5E-A7DA-46D3-8859-F4737C62603E}" destId="{5295EB7D-1FB7-41B8-BD1E-D1C52A8051AF}" srcOrd="4" destOrd="0" parTransId="{6ADDA745-065E-451F-84E6-95D9191F2321}" sibTransId="{478400C3-9BF0-4189-87CE-90BA34157760}"/>
    <dgm:cxn modelId="{178F6F34-52C4-49DC-97C9-8AE81AD4F144}" type="presOf" srcId="{5295EB7D-1FB7-41B8-BD1E-D1C52A8051AF}" destId="{C7348E65-A16F-4640-BB84-C1D1C88447CA}" srcOrd="1" destOrd="0" presId="urn:microsoft.com/office/officeart/2005/8/layout/vProcess5"/>
    <dgm:cxn modelId="{38AC5349-29DD-4DAA-BFF8-5C192B8C4FFA}" type="presOf" srcId="{9C34C3D9-9B20-4871-B49B-A4E28778ABC5}" destId="{9E0ABAE0-24D1-4828-B553-C05CDF3C538D}" srcOrd="0" destOrd="0" presId="urn:microsoft.com/office/officeart/2005/8/layout/vProcess5"/>
    <dgm:cxn modelId="{7309D66A-32F1-4201-920D-40C45CF0F41B}" srcId="{E35AFD5E-A7DA-46D3-8859-F4737C62603E}" destId="{1413A093-3BF9-4702-B229-E75C1B50CF22}" srcOrd="0" destOrd="0" parTransId="{B73DC4E9-D7D6-48FD-AD87-3A2A5579D251}" sibTransId="{0CEC9929-80E1-4E3F-82B9-29BA9994A2D5}"/>
    <dgm:cxn modelId="{C2F8314D-FD2C-4AC7-AAAF-2E19ABA464D8}" type="presOf" srcId="{21E170F0-0C4E-46B0-9098-868ADF7A0884}" destId="{FBCA42F5-7153-4BA7-B0BF-B4555A13117E}" srcOrd="0" destOrd="0" presId="urn:microsoft.com/office/officeart/2005/8/layout/vProcess5"/>
    <dgm:cxn modelId="{1DCC3E73-B028-4567-A548-E21BC9FCDECD}" type="presOf" srcId="{5F510EA7-60D6-4AE1-8F7A-F070F1633D77}" destId="{7F2BDF31-C5EE-4CC1-9061-7953950EAEB8}" srcOrd="1" destOrd="0" presId="urn:microsoft.com/office/officeart/2005/8/layout/vProcess5"/>
    <dgm:cxn modelId="{E43ABB53-508E-4D2E-9CBA-930F0A3E88D5}" srcId="{E35AFD5E-A7DA-46D3-8859-F4737C62603E}" destId="{AFD0561F-0B90-4089-B6B1-EDFF74C27A54}" srcOrd="1" destOrd="0" parTransId="{8839C58B-2F09-4329-8BEA-77D8661F44FA}" sibTransId="{552EE254-C25E-4724-9463-84B28EC0F878}"/>
    <dgm:cxn modelId="{6E1B677B-2AFF-4547-8A54-8AB87E578998}" type="presOf" srcId="{754F0752-84BC-4675-8D5A-FA1B74D3FFD5}" destId="{B9580EE8-A642-48E3-B57D-3FC31B4EE561}" srcOrd="0" destOrd="0" presId="urn:microsoft.com/office/officeart/2005/8/layout/vProcess5"/>
    <dgm:cxn modelId="{2D0B699E-0A6D-43E8-96E2-B7DB7C78E9A5}" type="presOf" srcId="{5295EB7D-1FB7-41B8-BD1E-D1C52A8051AF}" destId="{1953E956-DC20-499B-8F56-24FD6A2C7DBF}" srcOrd="0" destOrd="0" presId="urn:microsoft.com/office/officeart/2005/8/layout/vProcess5"/>
    <dgm:cxn modelId="{F5C502A0-A32B-40DA-943D-897AA1D64F26}" type="presOf" srcId="{552EE254-C25E-4724-9463-84B28EC0F878}" destId="{BC31C793-E215-4C70-9FEF-C081BA011753}" srcOrd="0" destOrd="0" presId="urn:microsoft.com/office/officeart/2005/8/layout/vProcess5"/>
    <dgm:cxn modelId="{266AB4B1-790C-4499-8280-68C787230C1B}" type="presOf" srcId="{0CEC9929-80E1-4E3F-82B9-29BA9994A2D5}" destId="{2D0CE42F-F89A-43D9-AF17-135BFA1BB0E6}" srcOrd="0" destOrd="0" presId="urn:microsoft.com/office/officeart/2005/8/layout/vProcess5"/>
    <dgm:cxn modelId="{3F3CC8B2-105F-4D12-8672-EECCD73B8F04}" srcId="{E35AFD5E-A7DA-46D3-8859-F4737C62603E}" destId="{21E170F0-0C4E-46B0-9098-868ADF7A0884}" srcOrd="3" destOrd="0" parTransId="{80C9610E-043B-440C-B1EB-B1B8F80906EC}" sibTransId="{9C34C3D9-9B20-4871-B49B-A4E28778ABC5}"/>
    <dgm:cxn modelId="{4397B2B4-1336-458D-A431-74AF86D18464}" type="presOf" srcId="{AFD0561F-0B90-4089-B6B1-EDFF74C27A54}" destId="{20A74898-22E6-48F5-B571-13C0480E94CC}" srcOrd="0" destOrd="0" presId="urn:microsoft.com/office/officeart/2005/8/layout/vProcess5"/>
    <dgm:cxn modelId="{2F8F1AC5-F42B-4A07-8ABE-65A8EE57E07A}" type="presOf" srcId="{AFD0561F-0B90-4089-B6B1-EDFF74C27A54}" destId="{44D1F2C5-308A-4738-9EB0-C9862A597D86}" srcOrd="1" destOrd="0" presId="urn:microsoft.com/office/officeart/2005/8/layout/vProcess5"/>
    <dgm:cxn modelId="{DEDD30C6-8E8E-4EA2-A68A-03A4B30FA71F}" type="presOf" srcId="{5F510EA7-60D6-4AE1-8F7A-F070F1633D77}" destId="{F27FEAF5-870A-4C0C-A4D1-6276A2604524}" srcOrd="0" destOrd="0" presId="urn:microsoft.com/office/officeart/2005/8/layout/vProcess5"/>
    <dgm:cxn modelId="{932793E2-B491-44E8-8459-A27612E2DE9D}" type="presOf" srcId="{1413A093-3BF9-4702-B229-E75C1B50CF22}" destId="{29C0C192-F10D-4227-A78C-065ACE4AE765}" srcOrd="0" destOrd="0" presId="urn:microsoft.com/office/officeart/2005/8/layout/vProcess5"/>
    <dgm:cxn modelId="{60E2EC46-69F1-43EE-8818-6802C3E34114}" type="presParOf" srcId="{5E9BCFDE-5D5A-4933-8B74-F16B3C81B577}" destId="{5E961C95-4023-4585-A33E-216858720A96}" srcOrd="0" destOrd="0" presId="urn:microsoft.com/office/officeart/2005/8/layout/vProcess5"/>
    <dgm:cxn modelId="{E848A8CD-FFB4-4832-9738-81549DA549F9}" type="presParOf" srcId="{5E9BCFDE-5D5A-4933-8B74-F16B3C81B577}" destId="{29C0C192-F10D-4227-A78C-065ACE4AE765}" srcOrd="1" destOrd="0" presId="urn:microsoft.com/office/officeart/2005/8/layout/vProcess5"/>
    <dgm:cxn modelId="{423D15DC-95D4-4FBF-8943-EAC26EFA84C8}" type="presParOf" srcId="{5E9BCFDE-5D5A-4933-8B74-F16B3C81B577}" destId="{20A74898-22E6-48F5-B571-13C0480E94CC}" srcOrd="2" destOrd="0" presId="urn:microsoft.com/office/officeart/2005/8/layout/vProcess5"/>
    <dgm:cxn modelId="{ACB83F61-5AE4-46AD-9907-F5E59EF902CA}" type="presParOf" srcId="{5E9BCFDE-5D5A-4933-8B74-F16B3C81B577}" destId="{F27FEAF5-870A-4C0C-A4D1-6276A2604524}" srcOrd="3" destOrd="0" presId="urn:microsoft.com/office/officeart/2005/8/layout/vProcess5"/>
    <dgm:cxn modelId="{E0AF24C8-79A4-4D0F-93A3-1E525C76B792}" type="presParOf" srcId="{5E9BCFDE-5D5A-4933-8B74-F16B3C81B577}" destId="{FBCA42F5-7153-4BA7-B0BF-B4555A13117E}" srcOrd="4" destOrd="0" presId="urn:microsoft.com/office/officeart/2005/8/layout/vProcess5"/>
    <dgm:cxn modelId="{057DEBF1-C90D-4C37-A0D0-A5D37B2B6DB6}" type="presParOf" srcId="{5E9BCFDE-5D5A-4933-8B74-F16B3C81B577}" destId="{1953E956-DC20-499B-8F56-24FD6A2C7DBF}" srcOrd="5" destOrd="0" presId="urn:microsoft.com/office/officeart/2005/8/layout/vProcess5"/>
    <dgm:cxn modelId="{B26421B1-CD65-4671-9B7D-A043908FDF37}" type="presParOf" srcId="{5E9BCFDE-5D5A-4933-8B74-F16B3C81B577}" destId="{2D0CE42F-F89A-43D9-AF17-135BFA1BB0E6}" srcOrd="6" destOrd="0" presId="urn:microsoft.com/office/officeart/2005/8/layout/vProcess5"/>
    <dgm:cxn modelId="{8E0CE162-0C0D-4F39-B619-C8427D6794C7}" type="presParOf" srcId="{5E9BCFDE-5D5A-4933-8B74-F16B3C81B577}" destId="{BC31C793-E215-4C70-9FEF-C081BA011753}" srcOrd="7" destOrd="0" presId="urn:microsoft.com/office/officeart/2005/8/layout/vProcess5"/>
    <dgm:cxn modelId="{C72D2752-31D7-4EA8-851A-2B4102C8FC3D}" type="presParOf" srcId="{5E9BCFDE-5D5A-4933-8B74-F16B3C81B577}" destId="{B9580EE8-A642-48E3-B57D-3FC31B4EE561}" srcOrd="8" destOrd="0" presId="urn:microsoft.com/office/officeart/2005/8/layout/vProcess5"/>
    <dgm:cxn modelId="{ED7E29FE-790A-4163-853E-89A46AD138B7}" type="presParOf" srcId="{5E9BCFDE-5D5A-4933-8B74-F16B3C81B577}" destId="{9E0ABAE0-24D1-4828-B553-C05CDF3C538D}" srcOrd="9" destOrd="0" presId="urn:microsoft.com/office/officeart/2005/8/layout/vProcess5"/>
    <dgm:cxn modelId="{05E86BCA-5523-43A3-9BC0-2C0EDE5D263E}" type="presParOf" srcId="{5E9BCFDE-5D5A-4933-8B74-F16B3C81B577}" destId="{BAC29F62-DE96-49FE-86D3-8F8895516992}" srcOrd="10" destOrd="0" presId="urn:microsoft.com/office/officeart/2005/8/layout/vProcess5"/>
    <dgm:cxn modelId="{279A5388-D105-4663-B5F5-B7306230D267}" type="presParOf" srcId="{5E9BCFDE-5D5A-4933-8B74-F16B3C81B577}" destId="{44D1F2C5-308A-4738-9EB0-C9862A597D86}" srcOrd="11" destOrd="0" presId="urn:microsoft.com/office/officeart/2005/8/layout/vProcess5"/>
    <dgm:cxn modelId="{B6A3635A-1C9C-4CC7-A4A4-48DB0386FE49}" type="presParOf" srcId="{5E9BCFDE-5D5A-4933-8B74-F16B3C81B577}" destId="{7F2BDF31-C5EE-4CC1-9061-7953950EAEB8}" srcOrd="12" destOrd="0" presId="urn:microsoft.com/office/officeart/2005/8/layout/vProcess5"/>
    <dgm:cxn modelId="{61AEE0F3-36BE-4DE1-8A8F-034ACC3AA1B0}" type="presParOf" srcId="{5E9BCFDE-5D5A-4933-8B74-F16B3C81B577}" destId="{262F23C6-9C9A-4681-A831-CD138053F649}" srcOrd="13" destOrd="0" presId="urn:microsoft.com/office/officeart/2005/8/layout/vProcess5"/>
    <dgm:cxn modelId="{3C740113-46DA-469C-BE42-B3106A65B18C}" type="presParOf" srcId="{5E9BCFDE-5D5A-4933-8B74-F16B3C81B577}" destId="{C7348E65-A16F-4640-BB84-C1D1C88447C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51F701-D5FD-4DF1-B357-F0AD3860D98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E8A1A51-A87A-4F2F-975E-99B0B735D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 utilizará Scrum adaptado:</a:t>
          </a:r>
          <a:endParaRPr lang="en-US" dirty="0"/>
        </a:p>
      </dgm:t>
    </dgm:pt>
    <dgm:pt modelId="{F378BE1B-1C17-4148-BB53-A187633477EB}" type="parTrans" cxnId="{220C4604-F308-4F1D-82F0-7F95B9043269}">
      <dgm:prSet/>
      <dgm:spPr/>
      <dgm:t>
        <a:bodyPr/>
        <a:lstStyle/>
        <a:p>
          <a:endParaRPr lang="en-US"/>
        </a:p>
      </dgm:t>
    </dgm:pt>
    <dgm:pt modelId="{71C3FD25-B476-4577-B74A-BF28F956B4C8}" type="sibTrans" cxnId="{220C4604-F308-4F1D-82F0-7F95B9043269}">
      <dgm:prSet/>
      <dgm:spPr/>
      <dgm:t>
        <a:bodyPr/>
        <a:lstStyle/>
        <a:p>
          <a:endParaRPr lang="en-US"/>
        </a:p>
      </dgm:t>
    </dgm:pt>
    <dgm:pt modelId="{1415E1BB-C92C-4348-974D-E35F417B0D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Sprints</a:t>
          </a:r>
          <a:r>
            <a:rPr lang="es-CL"/>
            <a:t> por fases</a:t>
          </a:r>
          <a:r>
            <a:rPr lang="en-US"/>
            <a:t>.</a:t>
          </a:r>
        </a:p>
      </dgm:t>
    </dgm:pt>
    <dgm:pt modelId="{4597C6A5-8FBC-4AF4-8AF8-5C98656D22C1}" type="parTrans" cxnId="{2D7DBA51-5E7D-4BFC-90FC-F23AA7274D47}">
      <dgm:prSet/>
      <dgm:spPr/>
      <dgm:t>
        <a:bodyPr/>
        <a:lstStyle/>
        <a:p>
          <a:endParaRPr lang="en-US"/>
        </a:p>
      </dgm:t>
    </dgm:pt>
    <dgm:pt modelId="{4EFD06E4-2CE1-40C9-ABD1-0F41D709496C}" type="sibTrans" cxnId="{2D7DBA51-5E7D-4BFC-90FC-F23AA7274D47}">
      <dgm:prSet/>
      <dgm:spPr/>
      <dgm:t>
        <a:bodyPr/>
        <a:lstStyle/>
        <a:p>
          <a:endParaRPr lang="en-US"/>
        </a:p>
      </dgm:t>
    </dgm:pt>
    <dgm:pt modelId="{9FD72E02-6489-49BD-8B97-5C44A63DD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Entregables incrementales.</a:t>
          </a:r>
        </a:p>
      </dgm:t>
    </dgm:pt>
    <dgm:pt modelId="{B7267109-6C4B-4FEF-8E51-D32F13BBE391}" type="parTrans" cxnId="{BFBB11A7-23DC-431B-B6D6-E54DCA14C6F2}">
      <dgm:prSet/>
      <dgm:spPr/>
      <dgm:t>
        <a:bodyPr/>
        <a:lstStyle/>
        <a:p>
          <a:endParaRPr lang="en-US"/>
        </a:p>
      </dgm:t>
    </dgm:pt>
    <dgm:pt modelId="{0690201E-9524-49B4-8103-58CE32E3F943}" type="sibTrans" cxnId="{BFBB11A7-23DC-431B-B6D6-E54DCA14C6F2}">
      <dgm:prSet/>
      <dgm:spPr/>
      <dgm:t>
        <a:bodyPr/>
        <a:lstStyle/>
        <a:p>
          <a:endParaRPr lang="en-US"/>
        </a:p>
      </dgm:t>
    </dgm:pt>
    <dgm:pt modelId="{975DD107-D3B9-4A37-83CD-DCC7795E7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Prioridad basada en valor para la comunidad.</a:t>
          </a:r>
        </a:p>
      </dgm:t>
    </dgm:pt>
    <dgm:pt modelId="{A74A7B7A-EE35-4918-A3EF-9C349AB2EC21}" type="parTrans" cxnId="{BFC99F43-8FF6-477E-8D53-DE79DA24963C}">
      <dgm:prSet/>
      <dgm:spPr/>
      <dgm:t>
        <a:bodyPr/>
        <a:lstStyle/>
        <a:p>
          <a:endParaRPr lang="en-US"/>
        </a:p>
      </dgm:t>
    </dgm:pt>
    <dgm:pt modelId="{16B91EC9-F7F1-468F-B50B-69A4BCB0812E}" type="sibTrans" cxnId="{BFC99F43-8FF6-477E-8D53-DE79DA24963C}">
      <dgm:prSet/>
      <dgm:spPr/>
      <dgm:t>
        <a:bodyPr/>
        <a:lstStyle/>
        <a:p>
          <a:endParaRPr lang="en-US"/>
        </a:p>
      </dgm:t>
    </dgm:pt>
    <dgm:pt modelId="{79694AA8-E1E3-4725-8C30-60FCDB666B92}" type="pres">
      <dgm:prSet presAssocID="{BC51F701-D5FD-4DF1-B357-F0AD3860D988}" presName="outerComposite" presStyleCnt="0">
        <dgm:presLayoutVars>
          <dgm:chMax val="5"/>
          <dgm:dir/>
          <dgm:resizeHandles val="exact"/>
        </dgm:presLayoutVars>
      </dgm:prSet>
      <dgm:spPr/>
    </dgm:pt>
    <dgm:pt modelId="{64A0AB88-F584-4142-90A9-BB48D0BAC7A8}" type="pres">
      <dgm:prSet presAssocID="{BC51F701-D5FD-4DF1-B357-F0AD3860D988}" presName="dummyMaxCanvas" presStyleCnt="0">
        <dgm:presLayoutVars/>
      </dgm:prSet>
      <dgm:spPr/>
    </dgm:pt>
    <dgm:pt modelId="{0BC79E08-25E1-41AD-9CB9-6291C7360286}" type="pres">
      <dgm:prSet presAssocID="{BC51F701-D5FD-4DF1-B357-F0AD3860D988}" presName="FourNodes_1" presStyleLbl="node1" presStyleIdx="0" presStyleCnt="4">
        <dgm:presLayoutVars>
          <dgm:bulletEnabled val="1"/>
        </dgm:presLayoutVars>
      </dgm:prSet>
      <dgm:spPr/>
    </dgm:pt>
    <dgm:pt modelId="{E9A40769-5575-451F-B37E-E725FFA62CBB}" type="pres">
      <dgm:prSet presAssocID="{BC51F701-D5FD-4DF1-B357-F0AD3860D988}" presName="FourNodes_2" presStyleLbl="node1" presStyleIdx="1" presStyleCnt="4">
        <dgm:presLayoutVars>
          <dgm:bulletEnabled val="1"/>
        </dgm:presLayoutVars>
      </dgm:prSet>
      <dgm:spPr/>
    </dgm:pt>
    <dgm:pt modelId="{456E33FA-FBB2-4934-8E45-DB4CF3FDD21A}" type="pres">
      <dgm:prSet presAssocID="{BC51F701-D5FD-4DF1-B357-F0AD3860D988}" presName="FourNodes_3" presStyleLbl="node1" presStyleIdx="2" presStyleCnt="4">
        <dgm:presLayoutVars>
          <dgm:bulletEnabled val="1"/>
        </dgm:presLayoutVars>
      </dgm:prSet>
      <dgm:spPr/>
    </dgm:pt>
    <dgm:pt modelId="{0E627AAB-5361-45E9-9992-327DD5E8CC1D}" type="pres">
      <dgm:prSet presAssocID="{BC51F701-D5FD-4DF1-B357-F0AD3860D988}" presName="FourNodes_4" presStyleLbl="node1" presStyleIdx="3" presStyleCnt="4">
        <dgm:presLayoutVars>
          <dgm:bulletEnabled val="1"/>
        </dgm:presLayoutVars>
      </dgm:prSet>
      <dgm:spPr/>
    </dgm:pt>
    <dgm:pt modelId="{522CAE3A-6F62-4938-9068-4C8BB852DCDB}" type="pres">
      <dgm:prSet presAssocID="{BC51F701-D5FD-4DF1-B357-F0AD3860D988}" presName="FourConn_1-2" presStyleLbl="fgAccFollowNode1" presStyleIdx="0" presStyleCnt="3">
        <dgm:presLayoutVars>
          <dgm:bulletEnabled val="1"/>
        </dgm:presLayoutVars>
      </dgm:prSet>
      <dgm:spPr/>
    </dgm:pt>
    <dgm:pt modelId="{8B28A1C4-DE51-4199-888F-BB488C57F856}" type="pres">
      <dgm:prSet presAssocID="{BC51F701-D5FD-4DF1-B357-F0AD3860D988}" presName="FourConn_2-3" presStyleLbl="fgAccFollowNode1" presStyleIdx="1" presStyleCnt="3">
        <dgm:presLayoutVars>
          <dgm:bulletEnabled val="1"/>
        </dgm:presLayoutVars>
      </dgm:prSet>
      <dgm:spPr/>
    </dgm:pt>
    <dgm:pt modelId="{86F5E11C-0F13-4F4A-9D2E-019E8F859FA3}" type="pres">
      <dgm:prSet presAssocID="{BC51F701-D5FD-4DF1-B357-F0AD3860D988}" presName="FourConn_3-4" presStyleLbl="fgAccFollowNode1" presStyleIdx="2" presStyleCnt="3">
        <dgm:presLayoutVars>
          <dgm:bulletEnabled val="1"/>
        </dgm:presLayoutVars>
      </dgm:prSet>
      <dgm:spPr/>
    </dgm:pt>
    <dgm:pt modelId="{24A0F6E8-1338-493F-8D4B-CFC0090CBE44}" type="pres">
      <dgm:prSet presAssocID="{BC51F701-D5FD-4DF1-B357-F0AD3860D988}" presName="FourNodes_1_text" presStyleLbl="node1" presStyleIdx="3" presStyleCnt="4">
        <dgm:presLayoutVars>
          <dgm:bulletEnabled val="1"/>
        </dgm:presLayoutVars>
      </dgm:prSet>
      <dgm:spPr/>
    </dgm:pt>
    <dgm:pt modelId="{525EDC81-5997-4FF8-A66D-0C25E06F3F08}" type="pres">
      <dgm:prSet presAssocID="{BC51F701-D5FD-4DF1-B357-F0AD3860D988}" presName="FourNodes_2_text" presStyleLbl="node1" presStyleIdx="3" presStyleCnt="4">
        <dgm:presLayoutVars>
          <dgm:bulletEnabled val="1"/>
        </dgm:presLayoutVars>
      </dgm:prSet>
      <dgm:spPr/>
    </dgm:pt>
    <dgm:pt modelId="{79A61B99-8877-4642-B0B4-96E344065D97}" type="pres">
      <dgm:prSet presAssocID="{BC51F701-D5FD-4DF1-B357-F0AD3860D988}" presName="FourNodes_3_text" presStyleLbl="node1" presStyleIdx="3" presStyleCnt="4">
        <dgm:presLayoutVars>
          <dgm:bulletEnabled val="1"/>
        </dgm:presLayoutVars>
      </dgm:prSet>
      <dgm:spPr/>
    </dgm:pt>
    <dgm:pt modelId="{B9BD4A56-3604-4EEF-8BCD-902D258746B7}" type="pres">
      <dgm:prSet presAssocID="{BC51F701-D5FD-4DF1-B357-F0AD3860D98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2249F00-8448-47D7-A8AB-6D8A13BED0AA}" type="presOf" srcId="{BC51F701-D5FD-4DF1-B357-F0AD3860D988}" destId="{79694AA8-E1E3-4725-8C30-60FCDB666B92}" srcOrd="0" destOrd="0" presId="urn:microsoft.com/office/officeart/2005/8/layout/vProcess5"/>
    <dgm:cxn modelId="{220C4604-F308-4F1D-82F0-7F95B9043269}" srcId="{BC51F701-D5FD-4DF1-B357-F0AD3860D988}" destId="{7E8A1A51-A87A-4F2F-975E-99B0B735D7C8}" srcOrd="0" destOrd="0" parTransId="{F378BE1B-1C17-4148-BB53-A187633477EB}" sibTransId="{71C3FD25-B476-4577-B74A-BF28F956B4C8}"/>
    <dgm:cxn modelId="{83E6AE13-964D-462D-9525-6D98D6D86C6D}" type="presOf" srcId="{9FD72E02-6489-49BD-8B97-5C44A63DD3A3}" destId="{456E33FA-FBB2-4934-8E45-DB4CF3FDD21A}" srcOrd="0" destOrd="0" presId="urn:microsoft.com/office/officeart/2005/8/layout/vProcess5"/>
    <dgm:cxn modelId="{12EC6A1B-DC1B-4C6C-BAF9-9C54F394EA75}" type="presOf" srcId="{975DD107-D3B9-4A37-83CD-DCC7795E7FB6}" destId="{0E627AAB-5361-45E9-9992-327DD5E8CC1D}" srcOrd="0" destOrd="0" presId="urn:microsoft.com/office/officeart/2005/8/layout/vProcess5"/>
    <dgm:cxn modelId="{0AFB5C20-129F-45BF-A1F5-D0BD5F4AE2B4}" type="presOf" srcId="{0690201E-9524-49B4-8103-58CE32E3F943}" destId="{86F5E11C-0F13-4F4A-9D2E-019E8F859FA3}" srcOrd="0" destOrd="0" presId="urn:microsoft.com/office/officeart/2005/8/layout/vProcess5"/>
    <dgm:cxn modelId="{41295622-AD2B-4C4A-9FD0-6AF7249C5373}" type="presOf" srcId="{7E8A1A51-A87A-4F2F-975E-99B0B735D7C8}" destId="{0BC79E08-25E1-41AD-9CB9-6291C7360286}" srcOrd="0" destOrd="0" presId="urn:microsoft.com/office/officeart/2005/8/layout/vProcess5"/>
    <dgm:cxn modelId="{1658692D-B8EC-412B-93FB-339DD9427EE4}" type="presOf" srcId="{1415E1BB-C92C-4348-974D-E35F417B0D89}" destId="{E9A40769-5575-451F-B37E-E725FFA62CBB}" srcOrd="0" destOrd="0" presId="urn:microsoft.com/office/officeart/2005/8/layout/vProcess5"/>
    <dgm:cxn modelId="{A3421E60-029F-417A-BCB3-27B4CE79BCFD}" type="presOf" srcId="{9FD72E02-6489-49BD-8B97-5C44A63DD3A3}" destId="{79A61B99-8877-4642-B0B4-96E344065D97}" srcOrd="1" destOrd="0" presId="urn:microsoft.com/office/officeart/2005/8/layout/vProcess5"/>
    <dgm:cxn modelId="{BFC99F43-8FF6-477E-8D53-DE79DA24963C}" srcId="{BC51F701-D5FD-4DF1-B357-F0AD3860D988}" destId="{975DD107-D3B9-4A37-83CD-DCC7795E7FB6}" srcOrd="3" destOrd="0" parTransId="{A74A7B7A-EE35-4918-A3EF-9C349AB2EC21}" sibTransId="{16B91EC9-F7F1-468F-B50B-69A4BCB0812E}"/>
    <dgm:cxn modelId="{895A3749-F340-47C7-BDCD-3C036D7B72C8}" type="presOf" srcId="{7E8A1A51-A87A-4F2F-975E-99B0B735D7C8}" destId="{24A0F6E8-1338-493F-8D4B-CFC0090CBE44}" srcOrd="1" destOrd="0" presId="urn:microsoft.com/office/officeart/2005/8/layout/vProcess5"/>
    <dgm:cxn modelId="{2D7DBA51-5E7D-4BFC-90FC-F23AA7274D47}" srcId="{BC51F701-D5FD-4DF1-B357-F0AD3860D988}" destId="{1415E1BB-C92C-4348-974D-E35F417B0D89}" srcOrd="1" destOrd="0" parTransId="{4597C6A5-8FBC-4AF4-8AF8-5C98656D22C1}" sibTransId="{4EFD06E4-2CE1-40C9-ABD1-0F41D709496C}"/>
    <dgm:cxn modelId="{31F03572-70CE-4ED3-82C3-E2B2AE1ED9C1}" type="presOf" srcId="{71C3FD25-B476-4577-B74A-BF28F956B4C8}" destId="{522CAE3A-6F62-4938-9068-4C8BB852DCDB}" srcOrd="0" destOrd="0" presId="urn:microsoft.com/office/officeart/2005/8/layout/vProcess5"/>
    <dgm:cxn modelId="{6EBB7B8D-7DE2-46B6-BE36-C77267B9EF9F}" type="presOf" srcId="{975DD107-D3B9-4A37-83CD-DCC7795E7FB6}" destId="{B9BD4A56-3604-4EEF-8BCD-902D258746B7}" srcOrd="1" destOrd="0" presId="urn:microsoft.com/office/officeart/2005/8/layout/vProcess5"/>
    <dgm:cxn modelId="{1CBDAE9E-F356-4509-A361-5C349C634CC5}" type="presOf" srcId="{4EFD06E4-2CE1-40C9-ABD1-0F41D709496C}" destId="{8B28A1C4-DE51-4199-888F-BB488C57F856}" srcOrd="0" destOrd="0" presId="urn:microsoft.com/office/officeart/2005/8/layout/vProcess5"/>
    <dgm:cxn modelId="{BFBB11A7-23DC-431B-B6D6-E54DCA14C6F2}" srcId="{BC51F701-D5FD-4DF1-B357-F0AD3860D988}" destId="{9FD72E02-6489-49BD-8B97-5C44A63DD3A3}" srcOrd="2" destOrd="0" parTransId="{B7267109-6C4B-4FEF-8E51-D32F13BBE391}" sibTransId="{0690201E-9524-49B4-8103-58CE32E3F943}"/>
    <dgm:cxn modelId="{2C8ADEEB-2006-4D07-B7AA-A967E723B2E4}" type="presOf" srcId="{1415E1BB-C92C-4348-974D-E35F417B0D89}" destId="{525EDC81-5997-4FF8-A66D-0C25E06F3F08}" srcOrd="1" destOrd="0" presId="urn:microsoft.com/office/officeart/2005/8/layout/vProcess5"/>
    <dgm:cxn modelId="{B2A2F08C-2502-488B-9A1F-9EB410B5DFE4}" type="presParOf" srcId="{79694AA8-E1E3-4725-8C30-60FCDB666B92}" destId="{64A0AB88-F584-4142-90A9-BB48D0BAC7A8}" srcOrd="0" destOrd="0" presId="urn:microsoft.com/office/officeart/2005/8/layout/vProcess5"/>
    <dgm:cxn modelId="{BE2F214A-9DFC-4A5E-9576-5B96E1088623}" type="presParOf" srcId="{79694AA8-E1E3-4725-8C30-60FCDB666B92}" destId="{0BC79E08-25E1-41AD-9CB9-6291C7360286}" srcOrd="1" destOrd="0" presId="urn:microsoft.com/office/officeart/2005/8/layout/vProcess5"/>
    <dgm:cxn modelId="{C5C47678-5826-4843-8ECA-1747AD2EF04D}" type="presParOf" srcId="{79694AA8-E1E3-4725-8C30-60FCDB666B92}" destId="{E9A40769-5575-451F-B37E-E725FFA62CBB}" srcOrd="2" destOrd="0" presId="urn:microsoft.com/office/officeart/2005/8/layout/vProcess5"/>
    <dgm:cxn modelId="{B447B8C4-AA68-4CB8-93CD-D6BE45CEC3B5}" type="presParOf" srcId="{79694AA8-E1E3-4725-8C30-60FCDB666B92}" destId="{456E33FA-FBB2-4934-8E45-DB4CF3FDD21A}" srcOrd="3" destOrd="0" presId="urn:microsoft.com/office/officeart/2005/8/layout/vProcess5"/>
    <dgm:cxn modelId="{AF4A822A-6A97-4607-A8ED-4688DEE2D282}" type="presParOf" srcId="{79694AA8-E1E3-4725-8C30-60FCDB666B92}" destId="{0E627AAB-5361-45E9-9992-327DD5E8CC1D}" srcOrd="4" destOrd="0" presId="urn:microsoft.com/office/officeart/2005/8/layout/vProcess5"/>
    <dgm:cxn modelId="{6AD02D79-15B1-4C20-A68A-8B572EC9DBC1}" type="presParOf" srcId="{79694AA8-E1E3-4725-8C30-60FCDB666B92}" destId="{522CAE3A-6F62-4938-9068-4C8BB852DCDB}" srcOrd="5" destOrd="0" presId="urn:microsoft.com/office/officeart/2005/8/layout/vProcess5"/>
    <dgm:cxn modelId="{1F633F9B-0FCF-4A83-ADF3-35E365B8F937}" type="presParOf" srcId="{79694AA8-E1E3-4725-8C30-60FCDB666B92}" destId="{8B28A1C4-DE51-4199-888F-BB488C57F856}" srcOrd="6" destOrd="0" presId="urn:microsoft.com/office/officeart/2005/8/layout/vProcess5"/>
    <dgm:cxn modelId="{5CCF83E2-D6F7-427D-BAA9-E0CD92DFB687}" type="presParOf" srcId="{79694AA8-E1E3-4725-8C30-60FCDB666B92}" destId="{86F5E11C-0F13-4F4A-9D2E-019E8F859FA3}" srcOrd="7" destOrd="0" presId="urn:microsoft.com/office/officeart/2005/8/layout/vProcess5"/>
    <dgm:cxn modelId="{2ED6CC37-074F-4288-8D41-D8F2DDCA6C4B}" type="presParOf" srcId="{79694AA8-E1E3-4725-8C30-60FCDB666B92}" destId="{24A0F6E8-1338-493F-8D4B-CFC0090CBE44}" srcOrd="8" destOrd="0" presId="urn:microsoft.com/office/officeart/2005/8/layout/vProcess5"/>
    <dgm:cxn modelId="{D5070EB8-5B24-4EC8-B94D-AD92A456069F}" type="presParOf" srcId="{79694AA8-E1E3-4725-8C30-60FCDB666B92}" destId="{525EDC81-5997-4FF8-A66D-0C25E06F3F08}" srcOrd="9" destOrd="0" presId="urn:microsoft.com/office/officeart/2005/8/layout/vProcess5"/>
    <dgm:cxn modelId="{98214F26-517D-434C-8841-0C465A142B46}" type="presParOf" srcId="{79694AA8-E1E3-4725-8C30-60FCDB666B92}" destId="{79A61B99-8877-4642-B0B4-96E344065D97}" srcOrd="10" destOrd="0" presId="urn:microsoft.com/office/officeart/2005/8/layout/vProcess5"/>
    <dgm:cxn modelId="{0F0E5057-A4C4-4D88-8CFF-BD8FF5ACB6BB}" type="presParOf" srcId="{79694AA8-E1E3-4725-8C30-60FCDB666B92}" destId="{B9BD4A56-3604-4EEF-8BCD-902D258746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03DB70-DAD5-409C-9D94-D9ECC71E6E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8880342-EB30-4784-A337-316E948F84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Análisis y levantamiento.</a:t>
          </a:r>
        </a:p>
      </dgm:t>
    </dgm:pt>
    <dgm:pt modelId="{3468EA5A-B802-44E4-9543-D15DF4FD1EB7}" type="parTrans" cxnId="{1C1EB1D6-5527-4D7E-98C1-EBBCA3C3C7BD}">
      <dgm:prSet/>
      <dgm:spPr/>
      <dgm:t>
        <a:bodyPr/>
        <a:lstStyle/>
        <a:p>
          <a:endParaRPr lang="en-US"/>
        </a:p>
      </dgm:t>
    </dgm:pt>
    <dgm:pt modelId="{4FDEDC10-9DE6-45A5-B825-AF729F6AC8A0}" type="sibTrans" cxnId="{1C1EB1D6-5527-4D7E-98C1-EBBCA3C3C7BD}">
      <dgm:prSet/>
      <dgm:spPr/>
      <dgm:t>
        <a:bodyPr/>
        <a:lstStyle/>
        <a:p>
          <a:endParaRPr lang="en-US"/>
        </a:p>
      </dgm:t>
    </dgm:pt>
    <dgm:pt modelId="{464C1BE2-32FE-4956-B22A-6DE8593F34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Diseño funcional, GUI y BD.</a:t>
          </a:r>
        </a:p>
      </dgm:t>
    </dgm:pt>
    <dgm:pt modelId="{0E28F3ED-5E78-4E5E-8792-0B04ED9EB260}" type="parTrans" cxnId="{72D3577F-E149-459A-81DD-8DE48574E46B}">
      <dgm:prSet/>
      <dgm:spPr/>
      <dgm:t>
        <a:bodyPr/>
        <a:lstStyle/>
        <a:p>
          <a:endParaRPr lang="en-US"/>
        </a:p>
      </dgm:t>
    </dgm:pt>
    <dgm:pt modelId="{B5B6287F-CEDE-4341-9DC0-F22840F64A0B}" type="sibTrans" cxnId="{72D3577F-E149-459A-81DD-8DE48574E46B}">
      <dgm:prSet/>
      <dgm:spPr/>
      <dgm:t>
        <a:bodyPr/>
        <a:lstStyle/>
        <a:p>
          <a:endParaRPr lang="en-US"/>
        </a:p>
      </dgm:t>
    </dgm:pt>
    <dgm:pt modelId="{3415C3FB-E8DA-4FFE-8ECB-594482822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Desarrollo iterativo.</a:t>
          </a:r>
        </a:p>
      </dgm:t>
    </dgm:pt>
    <dgm:pt modelId="{D34385F3-3DB0-4D0C-B0F1-5BED7310F4F4}" type="parTrans" cxnId="{18A15640-7829-488F-9B73-ECF860CA1613}">
      <dgm:prSet/>
      <dgm:spPr/>
      <dgm:t>
        <a:bodyPr/>
        <a:lstStyle/>
        <a:p>
          <a:endParaRPr lang="en-US"/>
        </a:p>
      </dgm:t>
    </dgm:pt>
    <dgm:pt modelId="{379BF0A2-E82B-46D8-B7FC-1D42A4CD5103}" type="sibTrans" cxnId="{18A15640-7829-488F-9B73-ECF860CA1613}">
      <dgm:prSet/>
      <dgm:spPr/>
      <dgm:t>
        <a:bodyPr/>
        <a:lstStyle/>
        <a:p>
          <a:endParaRPr lang="en-US"/>
        </a:p>
      </dgm:t>
    </dgm:pt>
    <dgm:pt modelId="{1C034017-EF11-4A0E-992A-C601E53D35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Pruebas.</a:t>
          </a:r>
        </a:p>
      </dgm:t>
    </dgm:pt>
    <dgm:pt modelId="{5AED07DE-323A-48AF-A11F-C299F15860C7}" type="parTrans" cxnId="{DA914BBD-C055-4FCE-85CE-570B628D3F12}">
      <dgm:prSet/>
      <dgm:spPr/>
      <dgm:t>
        <a:bodyPr/>
        <a:lstStyle/>
        <a:p>
          <a:endParaRPr lang="en-US"/>
        </a:p>
      </dgm:t>
    </dgm:pt>
    <dgm:pt modelId="{3354CE5D-6A6D-485E-B632-51B07C29ED27}" type="sibTrans" cxnId="{DA914BBD-C055-4FCE-85CE-570B628D3F12}">
      <dgm:prSet/>
      <dgm:spPr/>
      <dgm:t>
        <a:bodyPr/>
        <a:lstStyle/>
        <a:p>
          <a:endParaRPr lang="en-US"/>
        </a:p>
      </dgm:t>
    </dgm:pt>
    <dgm:pt modelId="{C8E7A15D-6B3E-4A5A-A800-FEEBA09794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5. Implementación.</a:t>
          </a:r>
        </a:p>
      </dgm:t>
    </dgm:pt>
    <dgm:pt modelId="{B3AFA2D2-E3B9-4819-9B80-722DBFB9FD70}" type="parTrans" cxnId="{E67D9F28-2D1E-4F74-A508-5888733BAC31}">
      <dgm:prSet/>
      <dgm:spPr/>
      <dgm:t>
        <a:bodyPr/>
        <a:lstStyle/>
        <a:p>
          <a:endParaRPr lang="en-US"/>
        </a:p>
      </dgm:t>
    </dgm:pt>
    <dgm:pt modelId="{2705229A-B4D1-4550-B640-CAA538F4B2EB}" type="sibTrans" cxnId="{E67D9F28-2D1E-4F74-A508-5888733BAC31}">
      <dgm:prSet/>
      <dgm:spPr/>
      <dgm:t>
        <a:bodyPr/>
        <a:lstStyle/>
        <a:p>
          <a:endParaRPr lang="en-US"/>
        </a:p>
      </dgm:t>
    </dgm:pt>
    <dgm:pt modelId="{93B55C7B-9A6A-4340-A712-4A5E5246C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6. Cierre y evaluación del impacto.</a:t>
          </a:r>
        </a:p>
      </dgm:t>
    </dgm:pt>
    <dgm:pt modelId="{89F73ABD-97C4-4313-96C9-543B953796D7}" type="parTrans" cxnId="{A2376B52-C330-414D-BA96-51A882CB12B6}">
      <dgm:prSet/>
      <dgm:spPr/>
      <dgm:t>
        <a:bodyPr/>
        <a:lstStyle/>
        <a:p>
          <a:endParaRPr lang="en-US"/>
        </a:p>
      </dgm:t>
    </dgm:pt>
    <dgm:pt modelId="{FFC37C4C-8C7E-4D07-A91D-ED278FD8391D}" type="sibTrans" cxnId="{A2376B52-C330-414D-BA96-51A882CB12B6}">
      <dgm:prSet/>
      <dgm:spPr/>
      <dgm:t>
        <a:bodyPr/>
        <a:lstStyle/>
        <a:p>
          <a:endParaRPr lang="en-US"/>
        </a:p>
      </dgm:t>
    </dgm:pt>
    <dgm:pt modelId="{92DA2DD7-E0EE-48D2-8AEC-8E16D04F2A77}" type="pres">
      <dgm:prSet presAssocID="{B903DB70-DAD5-409C-9D94-D9ECC71E6E9C}" presName="root" presStyleCnt="0">
        <dgm:presLayoutVars>
          <dgm:dir/>
          <dgm:resizeHandles val="exact"/>
        </dgm:presLayoutVars>
      </dgm:prSet>
      <dgm:spPr/>
    </dgm:pt>
    <dgm:pt modelId="{7166C144-5CDE-4CDD-9506-B2991DB8C533}" type="pres">
      <dgm:prSet presAssocID="{38880342-EB30-4784-A337-316E948F840B}" presName="compNode" presStyleCnt="0"/>
      <dgm:spPr/>
    </dgm:pt>
    <dgm:pt modelId="{5C407B5C-5EE2-42E8-985A-AC1ED23E8387}" type="pres">
      <dgm:prSet presAssocID="{38880342-EB30-4784-A337-316E948F840B}" presName="bgRect" presStyleLbl="bgShp" presStyleIdx="0" presStyleCnt="6"/>
      <dgm:spPr/>
    </dgm:pt>
    <dgm:pt modelId="{AC8D3494-B7B5-4485-BB13-63F6170273B0}" type="pres">
      <dgm:prSet presAssocID="{38880342-EB30-4784-A337-316E948F84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4203F33-FAF9-48EE-9533-51F83A6EADD4}" type="pres">
      <dgm:prSet presAssocID="{38880342-EB30-4784-A337-316E948F840B}" presName="spaceRect" presStyleCnt="0"/>
      <dgm:spPr/>
    </dgm:pt>
    <dgm:pt modelId="{6F92B676-8F9F-411A-AB66-25379A37632D}" type="pres">
      <dgm:prSet presAssocID="{38880342-EB30-4784-A337-316E948F840B}" presName="parTx" presStyleLbl="revTx" presStyleIdx="0" presStyleCnt="6">
        <dgm:presLayoutVars>
          <dgm:chMax val="0"/>
          <dgm:chPref val="0"/>
        </dgm:presLayoutVars>
      </dgm:prSet>
      <dgm:spPr/>
    </dgm:pt>
    <dgm:pt modelId="{B1CC67EB-0AB6-4134-83A0-07F103508ED1}" type="pres">
      <dgm:prSet presAssocID="{4FDEDC10-9DE6-45A5-B825-AF729F6AC8A0}" presName="sibTrans" presStyleCnt="0"/>
      <dgm:spPr/>
    </dgm:pt>
    <dgm:pt modelId="{FF700CEE-F976-4D0D-9BF9-6FEA0BE3E963}" type="pres">
      <dgm:prSet presAssocID="{464C1BE2-32FE-4956-B22A-6DE8593F3467}" presName="compNode" presStyleCnt="0"/>
      <dgm:spPr/>
    </dgm:pt>
    <dgm:pt modelId="{3DE249AC-9F4E-4E68-AC2B-510B93FA28E7}" type="pres">
      <dgm:prSet presAssocID="{464C1BE2-32FE-4956-B22A-6DE8593F3467}" presName="bgRect" presStyleLbl="bgShp" presStyleIdx="1" presStyleCnt="6"/>
      <dgm:spPr/>
    </dgm:pt>
    <dgm:pt modelId="{239E7E94-1AF3-4299-980D-6DCD9F387051}" type="pres">
      <dgm:prSet presAssocID="{464C1BE2-32FE-4956-B22A-6DE8593F346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E0C9984-5433-483B-99A1-D2DFD9AE5211}" type="pres">
      <dgm:prSet presAssocID="{464C1BE2-32FE-4956-B22A-6DE8593F3467}" presName="spaceRect" presStyleCnt="0"/>
      <dgm:spPr/>
    </dgm:pt>
    <dgm:pt modelId="{17AF1788-5EC3-4BD2-939C-DCD8019FBA03}" type="pres">
      <dgm:prSet presAssocID="{464C1BE2-32FE-4956-B22A-6DE8593F3467}" presName="parTx" presStyleLbl="revTx" presStyleIdx="1" presStyleCnt="6">
        <dgm:presLayoutVars>
          <dgm:chMax val="0"/>
          <dgm:chPref val="0"/>
        </dgm:presLayoutVars>
      </dgm:prSet>
      <dgm:spPr/>
    </dgm:pt>
    <dgm:pt modelId="{A0A94CEF-4989-43BB-A497-42310FEFCF19}" type="pres">
      <dgm:prSet presAssocID="{B5B6287F-CEDE-4341-9DC0-F22840F64A0B}" presName="sibTrans" presStyleCnt="0"/>
      <dgm:spPr/>
    </dgm:pt>
    <dgm:pt modelId="{A6BB9961-39C6-4721-AE13-23F3A75EC5DE}" type="pres">
      <dgm:prSet presAssocID="{3415C3FB-E8DA-4FFE-8ECB-594482822E56}" presName="compNode" presStyleCnt="0"/>
      <dgm:spPr/>
    </dgm:pt>
    <dgm:pt modelId="{A6F7A298-4450-4FD7-9E0A-E92904F750E8}" type="pres">
      <dgm:prSet presAssocID="{3415C3FB-E8DA-4FFE-8ECB-594482822E56}" presName="bgRect" presStyleLbl="bgShp" presStyleIdx="2" presStyleCnt="6"/>
      <dgm:spPr/>
    </dgm:pt>
    <dgm:pt modelId="{1C5723E8-0015-46CE-87AE-990CFAB1BBF5}" type="pres">
      <dgm:prSet presAssocID="{3415C3FB-E8DA-4FFE-8ECB-594482822E5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A5CC791-AFFA-4E5E-9818-0152B6CFE890}" type="pres">
      <dgm:prSet presAssocID="{3415C3FB-E8DA-4FFE-8ECB-594482822E56}" presName="spaceRect" presStyleCnt="0"/>
      <dgm:spPr/>
    </dgm:pt>
    <dgm:pt modelId="{4137E32D-38D7-45F2-A76C-F68CA45661C2}" type="pres">
      <dgm:prSet presAssocID="{3415C3FB-E8DA-4FFE-8ECB-594482822E56}" presName="parTx" presStyleLbl="revTx" presStyleIdx="2" presStyleCnt="6">
        <dgm:presLayoutVars>
          <dgm:chMax val="0"/>
          <dgm:chPref val="0"/>
        </dgm:presLayoutVars>
      </dgm:prSet>
      <dgm:spPr/>
    </dgm:pt>
    <dgm:pt modelId="{FE924CD1-27CC-4DDB-BFE9-C41B9470D7A3}" type="pres">
      <dgm:prSet presAssocID="{379BF0A2-E82B-46D8-B7FC-1D42A4CD5103}" presName="sibTrans" presStyleCnt="0"/>
      <dgm:spPr/>
    </dgm:pt>
    <dgm:pt modelId="{D49561D9-0082-4CB2-8D17-A2D1B5E01F7B}" type="pres">
      <dgm:prSet presAssocID="{1C034017-EF11-4A0E-992A-C601E53D3520}" presName="compNode" presStyleCnt="0"/>
      <dgm:spPr/>
    </dgm:pt>
    <dgm:pt modelId="{852A314F-DD25-45F9-9538-947F2808C120}" type="pres">
      <dgm:prSet presAssocID="{1C034017-EF11-4A0E-992A-C601E53D3520}" presName="bgRect" presStyleLbl="bgShp" presStyleIdx="3" presStyleCnt="6"/>
      <dgm:spPr/>
    </dgm:pt>
    <dgm:pt modelId="{4B59110B-701C-45D2-B562-EB4E487629E9}" type="pres">
      <dgm:prSet presAssocID="{1C034017-EF11-4A0E-992A-C601E53D352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CCC8A9EC-41A0-4E1F-8069-5A13B7BC564F}" type="pres">
      <dgm:prSet presAssocID="{1C034017-EF11-4A0E-992A-C601E53D3520}" presName="spaceRect" presStyleCnt="0"/>
      <dgm:spPr/>
    </dgm:pt>
    <dgm:pt modelId="{A3FCE625-ABA5-430A-9297-179B8C479E38}" type="pres">
      <dgm:prSet presAssocID="{1C034017-EF11-4A0E-992A-C601E53D3520}" presName="parTx" presStyleLbl="revTx" presStyleIdx="3" presStyleCnt="6">
        <dgm:presLayoutVars>
          <dgm:chMax val="0"/>
          <dgm:chPref val="0"/>
        </dgm:presLayoutVars>
      </dgm:prSet>
      <dgm:spPr/>
    </dgm:pt>
    <dgm:pt modelId="{F6AB2DD5-672E-4985-A056-CF51469A52E0}" type="pres">
      <dgm:prSet presAssocID="{3354CE5D-6A6D-485E-B632-51B07C29ED27}" presName="sibTrans" presStyleCnt="0"/>
      <dgm:spPr/>
    </dgm:pt>
    <dgm:pt modelId="{E8468E1F-8C00-4C2D-AA97-6AD268266ADC}" type="pres">
      <dgm:prSet presAssocID="{C8E7A15D-6B3E-4A5A-A800-FEEBA097944E}" presName="compNode" presStyleCnt="0"/>
      <dgm:spPr/>
    </dgm:pt>
    <dgm:pt modelId="{2E0AF57E-C3BA-456F-8371-067011B33FDA}" type="pres">
      <dgm:prSet presAssocID="{C8E7A15D-6B3E-4A5A-A800-FEEBA097944E}" presName="bgRect" presStyleLbl="bgShp" presStyleIdx="4" presStyleCnt="6"/>
      <dgm:spPr/>
    </dgm:pt>
    <dgm:pt modelId="{2F22DBEA-2758-4774-8085-AEDECE88EA3F}" type="pres">
      <dgm:prSet presAssocID="{C8E7A15D-6B3E-4A5A-A800-FEEBA097944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1433BD97-35B5-4643-B181-FCF0D53DF4F4}" type="pres">
      <dgm:prSet presAssocID="{C8E7A15D-6B3E-4A5A-A800-FEEBA097944E}" presName="spaceRect" presStyleCnt="0"/>
      <dgm:spPr/>
    </dgm:pt>
    <dgm:pt modelId="{DB5269C6-A061-451A-AD39-0DD905008060}" type="pres">
      <dgm:prSet presAssocID="{C8E7A15D-6B3E-4A5A-A800-FEEBA097944E}" presName="parTx" presStyleLbl="revTx" presStyleIdx="4" presStyleCnt="6">
        <dgm:presLayoutVars>
          <dgm:chMax val="0"/>
          <dgm:chPref val="0"/>
        </dgm:presLayoutVars>
      </dgm:prSet>
      <dgm:spPr/>
    </dgm:pt>
    <dgm:pt modelId="{A15031D7-D192-4D4D-95E4-7A2A0FD20E12}" type="pres">
      <dgm:prSet presAssocID="{2705229A-B4D1-4550-B640-CAA538F4B2EB}" presName="sibTrans" presStyleCnt="0"/>
      <dgm:spPr/>
    </dgm:pt>
    <dgm:pt modelId="{8BDE0D8F-052C-4C86-9ACC-B62843EC0CFC}" type="pres">
      <dgm:prSet presAssocID="{93B55C7B-9A6A-4340-A712-4A5E5246C2FA}" presName="compNode" presStyleCnt="0"/>
      <dgm:spPr/>
    </dgm:pt>
    <dgm:pt modelId="{1BAEB1D9-B6F6-4950-B174-875A752AFCAE}" type="pres">
      <dgm:prSet presAssocID="{93B55C7B-9A6A-4340-A712-4A5E5246C2FA}" presName="bgRect" presStyleLbl="bgShp" presStyleIdx="5" presStyleCnt="6"/>
      <dgm:spPr/>
    </dgm:pt>
    <dgm:pt modelId="{856C4F80-F318-4489-8115-0A6D3E255B74}" type="pres">
      <dgm:prSet presAssocID="{93B55C7B-9A6A-4340-A712-4A5E5246C2F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3EC766D-A8FB-4DFD-B515-9498B12566E9}" type="pres">
      <dgm:prSet presAssocID="{93B55C7B-9A6A-4340-A712-4A5E5246C2FA}" presName="spaceRect" presStyleCnt="0"/>
      <dgm:spPr/>
    </dgm:pt>
    <dgm:pt modelId="{896D80E9-9D6B-41AC-BFA0-77C585986933}" type="pres">
      <dgm:prSet presAssocID="{93B55C7B-9A6A-4340-A712-4A5E5246C2F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DB6B806-6C5F-4621-B808-3D1CBA1F87BA}" type="presOf" srcId="{93B55C7B-9A6A-4340-A712-4A5E5246C2FA}" destId="{896D80E9-9D6B-41AC-BFA0-77C585986933}" srcOrd="0" destOrd="0" presId="urn:microsoft.com/office/officeart/2018/2/layout/IconVerticalSolidList"/>
    <dgm:cxn modelId="{84B0AB21-DA35-4511-AE02-26C86A35E92D}" type="presOf" srcId="{464C1BE2-32FE-4956-B22A-6DE8593F3467}" destId="{17AF1788-5EC3-4BD2-939C-DCD8019FBA03}" srcOrd="0" destOrd="0" presId="urn:microsoft.com/office/officeart/2018/2/layout/IconVerticalSolidList"/>
    <dgm:cxn modelId="{E67D9F28-2D1E-4F74-A508-5888733BAC31}" srcId="{B903DB70-DAD5-409C-9D94-D9ECC71E6E9C}" destId="{C8E7A15D-6B3E-4A5A-A800-FEEBA097944E}" srcOrd="4" destOrd="0" parTransId="{B3AFA2D2-E3B9-4819-9B80-722DBFB9FD70}" sibTransId="{2705229A-B4D1-4550-B640-CAA538F4B2EB}"/>
    <dgm:cxn modelId="{18A15640-7829-488F-9B73-ECF860CA1613}" srcId="{B903DB70-DAD5-409C-9D94-D9ECC71E6E9C}" destId="{3415C3FB-E8DA-4FFE-8ECB-594482822E56}" srcOrd="2" destOrd="0" parTransId="{D34385F3-3DB0-4D0C-B0F1-5BED7310F4F4}" sibTransId="{379BF0A2-E82B-46D8-B7FC-1D42A4CD5103}"/>
    <dgm:cxn modelId="{2650C048-94D8-4D70-8C0F-538CD50FF6A1}" type="presOf" srcId="{C8E7A15D-6B3E-4A5A-A800-FEEBA097944E}" destId="{DB5269C6-A061-451A-AD39-0DD905008060}" srcOrd="0" destOrd="0" presId="urn:microsoft.com/office/officeart/2018/2/layout/IconVerticalSolidList"/>
    <dgm:cxn modelId="{A2376B52-C330-414D-BA96-51A882CB12B6}" srcId="{B903DB70-DAD5-409C-9D94-D9ECC71E6E9C}" destId="{93B55C7B-9A6A-4340-A712-4A5E5246C2FA}" srcOrd="5" destOrd="0" parTransId="{89F73ABD-97C4-4313-96C9-543B953796D7}" sibTransId="{FFC37C4C-8C7E-4D07-A91D-ED278FD8391D}"/>
    <dgm:cxn modelId="{72D3577F-E149-459A-81DD-8DE48574E46B}" srcId="{B903DB70-DAD5-409C-9D94-D9ECC71E6E9C}" destId="{464C1BE2-32FE-4956-B22A-6DE8593F3467}" srcOrd="1" destOrd="0" parTransId="{0E28F3ED-5E78-4E5E-8792-0B04ED9EB260}" sibTransId="{B5B6287F-CEDE-4341-9DC0-F22840F64A0B}"/>
    <dgm:cxn modelId="{9CFC4898-45A1-4722-83EF-01B2897D3F86}" type="presOf" srcId="{3415C3FB-E8DA-4FFE-8ECB-594482822E56}" destId="{4137E32D-38D7-45F2-A76C-F68CA45661C2}" srcOrd="0" destOrd="0" presId="urn:microsoft.com/office/officeart/2018/2/layout/IconVerticalSolidList"/>
    <dgm:cxn modelId="{DA914BBD-C055-4FCE-85CE-570B628D3F12}" srcId="{B903DB70-DAD5-409C-9D94-D9ECC71E6E9C}" destId="{1C034017-EF11-4A0E-992A-C601E53D3520}" srcOrd="3" destOrd="0" parTransId="{5AED07DE-323A-48AF-A11F-C299F15860C7}" sibTransId="{3354CE5D-6A6D-485E-B632-51B07C29ED27}"/>
    <dgm:cxn modelId="{098BA0BE-EC40-4019-A75F-B883D80F030A}" type="presOf" srcId="{38880342-EB30-4784-A337-316E948F840B}" destId="{6F92B676-8F9F-411A-AB66-25379A37632D}" srcOrd="0" destOrd="0" presId="urn:microsoft.com/office/officeart/2018/2/layout/IconVerticalSolidList"/>
    <dgm:cxn modelId="{1C1EB1D6-5527-4D7E-98C1-EBBCA3C3C7BD}" srcId="{B903DB70-DAD5-409C-9D94-D9ECC71E6E9C}" destId="{38880342-EB30-4784-A337-316E948F840B}" srcOrd="0" destOrd="0" parTransId="{3468EA5A-B802-44E4-9543-D15DF4FD1EB7}" sibTransId="{4FDEDC10-9DE6-45A5-B825-AF729F6AC8A0}"/>
    <dgm:cxn modelId="{0BC696F7-CABE-4146-A6F1-3098A9896C28}" type="presOf" srcId="{1C034017-EF11-4A0E-992A-C601E53D3520}" destId="{A3FCE625-ABA5-430A-9297-179B8C479E38}" srcOrd="0" destOrd="0" presId="urn:microsoft.com/office/officeart/2018/2/layout/IconVerticalSolidList"/>
    <dgm:cxn modelId="{28F391FA-BE6B-4E46-A1D6-5D96268D0363}" type="presOf" srcId="{B903DB70-DAD5-409C-9D94-D9ECC71E6E9C}" destId="{92DA2DD7-E0EE-48D2-8AEC-8E16D04F2A77}" srcOrd="0" destOrd="0" presId="urn:microsoft.com/office/officeart/2018/2/layout/IconVerticalSolidList"/>
    <dgm:cxn modelId="{9704DAEE-AA38-4EDC-8541-79153296901C}" type="presParOf" srcId="{92DA2DD7-E0EE-48D2-8AEC-8E16D04F2A77}" destId="{7166C144-5CDE-4CDD-9506-B2991DB8C533}" srcOrd="0" destOrd="0" presId="urn:microsoft.com/office/officeart/2018/2/layout/IconVerticalSolidList"/>
    <dgm:cxn modelId="{69A52B3D-267B-411C-A13B-C5BBE1DCFB26}" type="presParOf" srcId="{7166C144-5CDE-4CDD-9506-B2991DB8C533}" destId="{5C407B5C-5EE2-42E8-985A-AC1ED23E8387}" srcOrd="0" destOrd="0" presId="urn:microsoft.com/office/officeart/2018/2/layout/IconVerticalSolidList"/>
    <dgm:cxn modelId="{D4746015-434D-4232-AFAC-3F1508926998}" type="presParOf" srcId="{7166C144-5CDE-4CDD-9506-B2991DB8C533}" destId="{AC8D3494-B7B5-4485-BB13-63F6170273B0}" srcOrd="1" destOrd="0" presId="urn:microsoft.com/office/officeart/2018/2/layout/IconVerticalSolidList"/>
    <dgm:cxn modelId="{995940DF-661A-4B34-8364-E8E75F95E8E9}" type="presParOf" srcId="{7166C144-5CDE-4CDD-9506-B2991DB8C533}" destId="{B4203F33-FAF9-48EE-9533-51F83A6EADD4}" srcOrd="2" destOrd="0" presId="urn:microsoft.com/office/officeart/2018/2/layout/IconVerticalSolidList"/>
    <dgm:cxn modelId="{14351BE8-E7AC-4157-B1CF-BD377F8EF658}" type="presParOf" srcId="{7166C144-5CDE-4CDD-9506-B2991DB8C533}" destId="{6F92B676-8F9F-411A-AB66-25379A37632D}" srcOrd="3" destOrd="0" presId="urn:microsoft.com/office/officeart/2018/2/layout/IconVerticalSolidList"/>
    <dgm:cxn modelId="{0EC05216-4A52-4A2F-A00E-8F1E3D79CE87}" type="presParOf" srcId="{92DA2DD7-E0EE-48D2-8AEC-8E16D04F2A77}" destId="{B1CC67EB-0AB6-4134-83A0-07F103508ED1}" srcOrd="1" destOrd="0" presId="urn:microsoft.com/office/officeart/2018/2/layout/IconVerticalSolidList"/>
    <dgm:cxn modelId="{87D4CCD1-FA71-492E-837E-D69DCAF5E72B}" type="presParOf" srcId="{92DA2DD7-E0EE-48D2-8AEC-8E16D04F2A77}" destId="{FF700CEE-F976-4D0D-9BF9-6FEA0BE3E963}" srcOrd="2" destOrd="0" presId="urn:microsoft.com/office/officeart/2018/2/layout/IconVerticalSolidList"/>
    <dgm:cxn modelId="{931008DE-CAC3-4E55-BB70-8181424FD2CE}" type="presParOf" srcId="{FF700CEE-F976-4D0D-9BF9-6FEA0BE3E963}" destId="{3DE249AC-9F4E-4E68-AC2B-510B93FA28E7}" srcOrd="0" destOrd="0" presId="urn:microsoft.com/office/officeart/2018/2/layout/IconVerticalSolidList"/>
    <dgm:cxn modelId="{D5AA9838-A720-40F6-B4DD-877CDCED3BDF}" type="presParOf" srcId="{FF700CEE-F976-4D0D-9BF9-6FEA0BE3E963}" destId="{239E7E94-1AF3-4299-980D-6DCD9F387051}" srcOrd="1" destOrd="0" presId="urn:microsoft.com/office/officeart/2018/2/layout/IconVerticalSolidList"/>
    <dgm:cxn modelId="{F39393F0-D348-4834-85C1-DDCD152A92FF}" type="presParOf" srcId="{FF700CEE-F976-4D0D-9BF9-6FEA0BE3E963}" destId="{BE0C9984-5433-483B-99A1-D2DFD9AE5211}" srcOrd="2" destOrd="0" presId="urn:microsoft.com/office/officeart/2018/2/layout/IconVerticalSolidList"/>
    <dgm:cxn modelId="{2A8588FE-4A82-41DF-A7C6-134B831E460C}" type="presParOf" srcId="{FF700CEE-F976-4D0D-9BF9-6FEA0BE3E963}" destId="{17AF1788-5EC3-4BD2-939C-DCD8019FBA03}" srcOrd="3" destOrd="0" presId="urn:microsoft.com/office/officeart/2018/2/layout/IconVerticalSolidList"/>
    <dgm:cxn modelId="{EE0279AF-A6FA-4E41-84A3-D134BCD994B9}" type="presParOf" srcId="{92DA2DD7-E0EE-48D2-8AEC-8E16D04F2A77}" destId="{A0A94CEF-4989-43BB-A497-42310FEFCF19}" srcOrd="3" destOrd="0" presId="urn:microsoft.com/office/officeart/2018/2/layout/IconVerticalSolidList"/>
    <dgm:cxn modelId="{2ACE1B27-AC79-4846-BB5C-4A5A36ADD879}" type="presParOf" srcId="{92DA2DD7-E0EE-48D2-8AEC-8E16D04F2A77}" destId="{A6BB9961-39C6-4721-AE13-23F3A75EC5DE}" srcOrd="4" destOrd="0" presId="urn:microsoft.com/office/officeart/2018/2/layout/IconVerticalSolidList"/>
    <dgm:cxn modelId="{BD29B84B-9E24-4672-97A4-DFB6DC2C84A3}" type="presParOf" srcId="{A6BB9961-39C6-4721-AE13-23F3A75EC5DE}" destId="{A6F7A298-4450-4FD7-9E0A-E92904F750E8}" srcOrd="0" destOrd="0" presId="urn:microsoft.com/office/officeart/2018/2/layout/IconVerticalSolidList"/>
    <dgm:cxn modelId="{C3BF5336-F1D1-4E21-8C41-EC0274AA6707}" type="presParOf" srcId="{A6BB9961-39C6-4721-AE13-23F3A75EC5DE}" destId="{1C5723E8-0015-46CE-87AE-990CFAB1BBF5}" srcOrd="1" destOrd="0" presId="urn:microsoft.com/office/officeart/2018/2/layout/IconVerticalSolidList"/>
    <dgm:cxn modelId="{6ED24C06-F939-43B9-974E-2BC68E6573B0}" type="presParOf" srcId="{A6BB9961-39C6-4721-AE13-23F3A75EC5DE}" destId="{9A5CC791-AFFA-4E5E-9818-0152B6CFE890}" srcOrd="2" destOrd="0" presId="urn:microsoft.com/office/officeart/2018/2/layout/IconVerticalSolidList"/>
    <dgm:cxn modelId="{C3A0BF29-2FA2-4A38-B308-AE4953D5EBDC}" type="presParOf" srcId="{A6BB9961-39C6-4721-AE13-23F3A75EC5DE}" destId="{4137E32D-38D7-45F2-A76C-F68CA45661C2}" srcOrd="3" destOrd="0" presId="urn:microsoft.com/office/officeart/2018/2/layout/IconVerticalSolidList"/>
    <dgm:cxn modelId="{7DF53400-ECBA-4C70-9FE4-FC24E5AACC51}" type="presParOf" srcId="{92DA2DD7-E0EE-48D2-8AEC-8E16D04F2A77}" destId="{FE924CD1-27CC-4DDB-BFE9-C41B9470D7A3}" srcOrd="5" destOrd="0" presId="urn:microsoft.com/office/officeart/2018/2/layout/IconVerticalSolidList"/>
    <dgm:cxn modelId="{800B49DE-50AB-4012-8153-899352AF86A3}" type="presParOf" srcId="{92DA2DD7-E0EE-48D2-8AEC-8E16D04F2A77}" destId="{D49561D9-0082-4CB2-8D17-A2D1B5E01F7B}" srcOrd="6" destOrd="0" presId="urn:microsoft.com/office/officeart/2018/2/layout/IconVerticalSolidList"/>
    <dgm:cxn modelId="{2FF14EEA-76DD-4665-A14A-F9F7962D1696}" type="presParOf" srcId="{D49561D9-0082-4CB2-8D17-A2D1B5E01F7B}" destId="{852A314F-DD25-45F9-9538-947F2808C120}" srcOrd="0" destOrd="0" presId="urn:microsoft.com/office/officeart/2018/2/layout/IconVerticalSolidList"/>
    <dgm:cxn modelId="{3467992A-F23A-46C5-83E2-3518A08C5B6B}" type="presParOf" srcId="{D49561D9-0082-4CB2-8D17-A2D1B5E01F7B}" destId="{4B59110B-701C-45D2-B562-EB4E487629E9}" srcOrd="1" destOrd="0" presId="urn:microsoft.com/office/officeart/2018/2/layout/IconVerticalSolidList"/>
    <dgm:cxn modelId="{8F3946FC-94CA-46AC-B705-0AE1969D9706}" type="presParOf" srcId="{D49561D9-0082-4CB2-8D17-A2D1B5E01F7B}" destId="{CCC8A9EC-41A0-4E1F-8069-5A13B7BC564F}" srcOrd="2" destOrd="0" presId="urn:microsoft.com/office/officeart/2018/2/layout/IconVerticalSolidList"/>
    <dgm:cxn modelId="{237F3B66-65B3-4B8B-AD8B-4672EC196431}" type="presParOf" srcId="{D49561D9-0082-4CB2-8D17-A2D1B5E01F7B}" destId="{A3FCE625-ABA5-430A-9297-179B8C479E38}" srcOrd="3" destOrd="0" presId="urn:microsoft.com/office/officeart/2018/2/layout/IconVerticalSolidList"/>
    <dgm:cxn modelId="{62ED39C4-9993-422A-B62A-4A26073ABC94}" type="presParOf" srcId="{92DA2DD7-E0EE-48D2-8AEC-8E16D04F2A77}" destId="{F6AB2DD5-672E-4985-A056-CF51469A52E0}" srcOrd="7" destOrd="0" presId="urn:microsoft.com/office/officeart/2018/2/layout/IconVerticalSolidList"/>
    <dgm:cxn modelId="{CC92F524-7F2F-46D2-B295-59236573074A}" type="presParOf" srcId="{92DA2DD7-E0EE-48D2-8AEC-8E16D04F2A77}" destId="{E8468E1F-8C00-4C2D-AA97-6AD268266ADC}" srcOrd="8" destOrd="0" presId="urn:microsoft.com/office/officeart/2018/2/layout/IconVerticalSolidList"/>
    <dgm:cxn modelId="{9EF7CFBD-2C67-41AF-B9C0-0135AC1F9B3B}" type="presParOf" srcId="{E8468E1F-8C00-4C2D-AA97-6AD268266ADC}" destId="{2E0AF57E-C3BA-456F-8371-067011B33FDA}" srcOrd="0" destOrd="0" presId="urn:microsoft.com/office/officeart/2018/2/layout/IconVerticalSolidList"/>
    <dgm:cxn modelId="{6344C8FD-ABCC-4B22-A489-5EAB43EBA051}" type="presParOf" srcId="{E8468E1F-8C00-4C2D-AA97-6AD268266ADC}" destId="{2F22DBEA-2758-4774-8085-AEDECE88EA3F}" srcOrd="1" destOrd="0" presId="urn:microsoft.com/office/officeart/2018/2/layout/IconVerticalSolidList"/>
    <dgm:cxn modelId="{1FAE9738-427C-4362-A3A2-5C9C8FA31FC2}" type="presParOf" srcId="{E8468E1F-8C00-4C2D-AA97-6AD268266ADC}" destId="{1433BD97-35B5-4643-B181-FCF0D53DF4F4}" srcOrd="2" destOrd="0" presId="urn:microsoft.com/office/officeart/2018/2/layout/IconVerticalSolidList"/>
    <dgm:cxn modelId="{752BB803-53D7-4611-BDF8-034D90F972C4}" type="presParOf" srcId="{E8468E1F-8C00-4C2D-AA97-6AD268266ADC}" destId="{DB5269C6-A061-451A-AD39-0DD905008060}" srcOrd="3" destOrd="0" presId="urn:microsoft.com/office/officeart/2018/2/layout/IconVerticalSolidList"/>
    <dgm:cxn modelId="{11078810-1D04-4118-B91C-F57BEAB4B5A7}" type="presParOf" srcId="{92DA2DD7-E0EE-48D2-8AEC-8E16D04F2A77}" destId="{A15031D7-D192-4D4D-95E4-7A2A0FD20E12}" srcOrd="9" destOrd="0" presId="urn:microsoft.com/office/officeart/2018/2/layout/IconVerticalSolidList"/>
    <dgm:cxn modelId="{E2C63283-D00A-4631-B7E0-5F1A12316310}" type="presParOf" srcId="{92DA2DD7-E0EE-48D2-8AEC-8E16D04F2A77}" destId="{8BDE0D8F-052C-4C86-9ACC-B62843EC0CFC}" srcOrd="10" destOrd="0" presId="urn:microsoft.com/office/officeart/2018/2/layout/IconVerticalSolidList"/>
    <dgm:cxn modelId="{6A52EBD1-C3C6-4AC9-BC31-FF82ED7DAF39}" type="presParOf" srcId="{8BDE0D8F-052C-4C86-9ACC-B62843EC0CFC}" destId="{1BAEB1D9-B6F6-4950-B174-875A752AFCAE}" srcOrd="0" destOrd="0" presId="urn:microsoft.com/office/officeart/2018/2/layout/IconVerticalSolidList"/>
    <dgm:cxn modelId="{B040CFAA-AE8E-4494-832C-6ABD4E9BD982}" type="presParOf" srcId="{8BDE0D8F-052C-4C86-9ACC-B62843EC0CFC}" destId="{856C4F80-F318-4489-8115-0A6D3E255B74}" srcOrd="1" destOrd="0" presId="urn:microsoft.com/office/officeart/2018/2/layout/IconVerticalSolidList"/>
    <dgm:cxn modelId="{0813C24B-436C-44F8-95DB-787D27803B46}" type="presParOf" srcId="{8BDE0D8F-052C-4C86-9ACC-B62843EC0CFC}" destId="{03EC766D-A8FB-4DFD-B515-9498B12566E9}" srcOrd="2" destOrd="0" presId="urn:microsoft.com/office/officeart/2018/2/layout/IconVerticalSolidList"/>
    <dgm:cxn modelId="{3F71CF37-4761-4B5F-850F-A65BD277A2CB}" type="presParOf" srcId="{8BDE0D8F-052C-4C86-9ACC-B62843EC0CFC}" destId="{896D80E9-9D6B-41AC-BFA0-77C5859869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5C715-5838-4C13-B1DC-8FD8B85ADACF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Dificultad para Gestionar solicitudes Como certificados, proyectos y actividades.</a:t>
          </a:r>
        </a:p>
      </dsp:txBody>
      <dsp:txXfrm>
        <a:off x="25119" y="25119"/>
        <a:ext cx="5214273" cy="807403"/>
      </dsp:txXfrm>
    </dsp:sp>
    <dsp:sp modelId="{A30F822D-3661-4546-8662-3F542FBD32E0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36686"/>
                <a:satOff val="-1956"/>
                <a:lumOff val="-4183"/>
                <a:alphaOff val="0"/>
                <a:tint val="96000"/>
                <a:lumMod val="104000"/>
              </a:schemeClr>
            </a:gs>
            <a:gs pos="100000">
              <a:schemeClr val="accent2">
                <a:hueOff val="-236686"/>
                <a:satOff val="-1956"/>
                <a:lumOff val="-4183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Falta de comunicación efectiva entre directiva y vecinos.</a:t>
          </a:r>
        </a:p>
      </dsp:txBody>
      <dsp:txXfrm>
        <a:off x="545391" y="1038694"/>
        <a:ext cx="5084227" cy="807403"/>
      </dsp:txXfrm>
    </dsp:sp>
    <dsp:sp modelId="{8DFC1146-814B-4D55-BD74-A62C45159243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73373"/>
                <a:satOff val="-3912"/>
                <a:lumOff val="-8366"/>
                <a:alphaOff val="0"/>
                <a:tint val="96000"/>
                <a:lumMod val="104000"/>
              </a:schemeClr>
            </a:gs>
            <a:gs pos="100000">
              <a:schemeClr val="accent2">
                <a:hueOff val="-473373"/>
                <a:satOff val="-3912"/>
                <a:lumOff val="-8366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Procesos manuales, demorosos y propensos a errores.</a:t>
          </a:r>
        </a:p>
      </dsp:txBody>
      <dsp:txXfrm>
        <a:off x="1057898" y="2052270"/>
        <a:ext cx="5091993" cy="807403"/>
      </dsp:txXfrm>
    </dsp:sp>
    <dsp:sp modelId="{9D34DA2A-144A-46E1-9971-1AD5F3F10DC6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Falta de registro organizado de vecinos, actividades y documentación.</a:t>
          </a:r>
        </a:p>
      </dsp:txBody>
      <dsp:txXfrm>
        <a:off x="1578170" y="3065846"/>
        <a:ext cx="5084227" cy="807403"/>
      </dsp:txXfrm>
    </dsp:sp>
    <dsp:sp modelId="{9609AF80-8F29-4F91-9716-1A0EB499E9B3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BEEF7948-EC86-48BC-B6EB-DA0F4C598B6B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78733"/>
            <a:satOff val="-5827"/>
            <a:lumOff val="-125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478733"/>
              <a:satOff val="-5827"/>
              <a:lumOff val="-12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08B07EE4-5102-4736-A603-372B0DADCBBE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C9416-D24E-48D2-A661-1C938BCBC7ED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8DF71-C542-42C8-A23D-66D427914C0E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0EED8-D4AE-443C-A911-9C84045212A6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Inscripción de vecinos.</a:t>
          </a:r>
        </a:p>
      </dsp:txBody>
      <dsp:txXfrm>
        <a:off x="620648" y="1261"/>
        <a:ext cx="7144607" cy="537358"/>
      </dsp:txXfrm>
    </dsp:sp>
    <dsp:sp modelId="{0472ED79-3C41-44A1-A611-E6EF045ECBC5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F0FD-5ADC-41A8-B6F9-5E901B07C275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060CC-8327-4004-A6A1-4D27C734B75C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Solicitud y emisión de certificados.</a:t>
          </a:r>
        </a:p>
      </dsp:txBody>
      <dsp:txXfrm>
        <a:off x="620648" y="672958"/>
        <a:ext cx="7144607" cy="537358"/>
      </dsp:txXfrm>
    </dsp:sp>
    <dsp:sp modelId="{5D466652-A668-4136-92E0-2BAA2CF3BAB7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4EEC6-236F-45B7-940B-07E5F0664378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31C34-3FD1-4246-A862-7FA4A1BB44C7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Postulación de proyectos vecinales.</a:t>
          </a:r>
        </a:p>
      </dsp:txBody>
      <dsp:txXfrm>
        <a:off x="620648" y="1344656"/>
        <a:ext cx="7144607" cy="537358"/>
      </dsp:txXfrm>
    </dsp:sp>
    <dsp:sp modelId="{94748CC8-BD26-4732-9940-0483AD791127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BD415-81A3-4B0B-B8FE-BE964633E8C7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57ACE-6799-4F2A-97E1-D7BE9CC9CBAC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Visualización de noticias y notificaciones.</a:t>
          </a:r>
        </a:p>
      </dsp:txBody>
      <dsp:txXfrm>
        <a:off x="620648" y="2016354"/>
        <a:ext cx="7144607" cy="537358"/>
      </dsp:txXfrm>
    </dsp:sp>
    <dsp:sp modelId="{94705E2A-9BD7-4CAC-83D8-BB0C4F814976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BEFB2-8BD0-46F2-8DFC-69CC428F864C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032EE-57DE-4718-BAF9-44D2198F8366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Acceso desde web o móvil.</a:t>
          </a:r>
        </a:p>
      </dsp:txBody>
      <dsp:txXfrm>
        <a:off x="620648" y="2688052"/>
        <a:ext cx="7144607" cy="537358"/>
      </dsp:txXfrm>
    </dsp:sp>
    <dsp:sp modelId="{8FFE6B76-50FC-4E15-86AC-16BFDF291733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6C650-13F4-441D-91EE-55AFFF89256C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2550C-9DE0-43E0-AF4E-C261D941D7D4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Usabilidad simple para usuarios sin conocimientos técnicos.</a:t>
          </a:r>
        </a:p>
      </dsp:txBody>
      <dsp:txXfrm>
        <a:off x="620648" y="3359749"/>
        <a:ext cx="7144607" cy="5373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F1498-6088-4183-BD1E-4C11AAFFB851}">
      <dsp:nvSpPr>
        <dsp:cNvPr id="0" name=""/>
        <dsp:cNvSpPr/>
      </dsp:nvSpPr>
      <dsp:spPr>
        <a:xfrm>
          <a:off x="0" y="3045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01F81-851D-49BD-A3B8-18F69C2A70A7}">
      <dsp:nvSpPr>
        <dsp:cNvPr id="0" name=""/>
        <dsp:cNvSpPr/>
      </dsp:nvSpPr>
      <dsp:spPr>
        <a:xfrm>
          <a:off x="196235" y="149006"/>
          <a:ext cx="356792" cy="356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F267-E0E8-4CB0-B778-06739A594FDA}">
      <dsp:nvSpPr>
        <dsp:cNvPr id="0" name=""/>
        <dsp:cNvSpPr/>
      </dsp:nvSpPr>
      <dsp:spPr>
        <a:xfrm>
          <a:off x="749263" y="3045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Plataforma web responsiva.</a:t>
          </a:r>
        </a:p>
      </dsp:txBody>
      <dsp:txXfrm>
        <a:off x="749263" y="3045"/>
        <a:ext cx="7015992" cy="648712"/>
      </dsp:txXfrm>
    </dsp:sp>
    <dsp:sp modelId="{2D34DC4B-C2D6-4E40-8905-495109EFB01D}">
      <dsp:nvSpPr>
        <dsp:cNvPr id="0" name=""/>
        <dsp:cNvSpPr/>
      </dsp:nvSpPr>
      <dsp:spPr>
        <a:xfrm>
          <a:off x="0" y="813936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83625-94D2-4170-A5DD-E4B06A40EAA8}">
      <dsp:nvSpPr>
        <dsp:cNvPr id="0" name=""/>
        <dsp:cNvSpPr/>
      </dsp:nvSpPr>
      <dsp:spPr>
        <a:xfrm>
          <a:off x="196235" y="959897"/>
          <a:ext cx="356792" cy="356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74B44-48B5-4BB9-9754-A35A12AEEB08}">
      <dsp:nvSpPr>
        <dsp:cNvPr id="0" name=""/>
        <dsp:cNvSpPr/>
      </dsp:nvSpPr>
      <dsp:spPr>
        <a:xfrm>
          <a:off x="749263" y="813936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Base de datos escalable.</a:t>
          </a:r>
        </a:p>
      </dsp:txBody>
      <dsp:txXfrm>
        <a:off x="749263" y="813936"/>
        <a:ext cx="7015992" cy="648712"/>
      </dsp:txXfrm>
    </dsp:sp>
    <dsp:sp modelId="{B5DFC802-AAEF-4991-8A0F-7EF4AFFE5256}">
      <dsp:nvSpPr>
        <dsp:cNvPr id="0" name=""/>
        <dsp:cNvSpPr/>
      </dsp:nvSpPr>
      <dsp:spPr>
        <a:xfrm>
          <a:off x="0" y="1624828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2E36D-645C-486A-9B6A-246D36CE4958}">
      <dsp:nvSpPr>
        <dsp:cNvPr id="0" name=""/>
        <dsp:cNvSpPr/>
      </dsp:nvSpPr>
      <dsp:spPr>
        <a:xfrm>
          <a:off x="196235" y="1770788"/>
          <a:ext cx="356792" cy="356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C7399-98DA-41DD-B4FA-DA6C94A81153}">
      <dsp:nvSpPr>
        <dsp:cNvPr id="0" name=""/>
        <dsp:cNvSpPr/>
      </dsp:nvSpPr>
      <dsp:spPr>
        <a:xfrm>
          <a:off x="749263" y="1624828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Integración con servicios de correo y notificaciones.</a:t>
          </a:r>
        </a:p>
      </dsp:txBody>
      <dsp:txXfrm>
        <a:off x="749263" y="1624828"/>
        <a:ext cx="7015992" cy="648712"/>
      </dsp:txXfrm>
    </dsp:sp>
    <dsp:sp modelId="{054290A7-B0D0-4FCE-8FCC-29C8AE89D239}">
      <dsp:nvSpPr>
        <dsp:cNvPr id="0" name=""/>
        <dsp:cNvSpPr/>
      </dsp:nvSpPr>
      <dsp:spPr>
        <a:xfrm>
          <a:off x="0" y="2435719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CE15A-0083-486B-9397-B1145BB94CF1}">
      <dsp:nvSpPr>
        <dsp:cNvPr id="0" name=""/>
        <dsp:cNvSpPr/>
      </dsp:nvSpPr>
      <dsp:spPr>
        <a:xfrm>
          <a:off x="196235" y="2581679"/>
          <a:ext cx="356792" cy="356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2A696-F665-4176-955B-DDDEA5155A02}">
      <dsp:nvSpPr>
        <dsp:cNvPr id="0" name=""/>
        <dsp:cNvSpPr/>
      </dsp:nvSpPr>
      <dsp:spPr>
        <a:xfrm>
          <a:off x="749263" y="2435719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Panel administrativo seguro.</a:t>
          </a:r>
        </a:p>
      </dsp:txBody>
      <dsp:txXfrm>
        <a:off x="749263" y="2435719"/>
        <a:ext cx="7015992" cy="648712"/>
      </dsp:txXfrm>
    </dsp:sp>
    <dsp:sp modelId="{B1F3C5EF-0DF3-4094-83C1-A11EF76AA2DA}">
      <dsp:nvSpPr>
        <dsp:cNvPr id="0" name=""/>
        <dsp:cNvSpPr/>
      </dsp:nvSpPr>
      <dsp:spPr>
        <a:xfrm>
          <a:off x="0" y="3246610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90925-90A1-4BF6-8035-1A0F64C638FE}">
      <dsp:nvSpPr>
        <dsp:cNvPr id="0" name=""/>
        <dsp:cNvSpPr/>
      </dsp:nvSpPr>
      <dsp:spPr>
        <a:xfrm>
          <a:off x="196235" y="3392570"/>
          <a:ext cx="356792" cy="3567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95BD9-7EC8-48A1-ADED-3FA09CDC5F6F}">
      <dsp:nvSpPr>
        <dsp:cNvPr id="0" name=""/>
        <dsp:cNvSpPr/>
      </dsp:nvSpPr>
      <dsp:spPr>
        <a:xfrm>
          <a:off x="749263" y="3246610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Arquitectura modular con backend robusto (Django o similar).</a:t>
          </a:r>
        </a:p>
      </dsp:txBody>
      <dsp:txXfrm>
        <a:off x="749263" y="3246610"/>
        <a:ext cx="7015992" cy="6487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5D626-8425-4FA6-97A7-4B0CC0AF0F4B}">
      <dsp:nvSpPr>
        <dsp:cNvPr id="0" name=""/>
        <dsp:cNvSpPr/>
      </dsp:nvSpPr>
      <dsp:spPr>
        <a:xfrm>
          <a:off x="2245005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1097087"/>
        <a:ext cx="25769" cy="5153"/>
      </dsp:txXfrm>
    </dsp:sp>
    <dsp:sp modelId="{FB37C8E4-4B3F-4961-94F9-BDD0E59E16E4}">
      <dsp:nvSpPr>
        <dsp:cNvPr id="0" name=""/>
        <dsp:cNvSpPr/>
      </dsp:nvSpPr>
      <dsp:spPr>
        <a:xfrm>
          <a:off x="5952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Desarrollo de un sistema digital denominado BarrioLink, que contempla:</a:t>
          </a:r>
        </a:p>
      </dsp:txBody>
      <dsp:txXfrm>
        <a:off x="5952" y="427408"/>
        <a:ext cx="2240852" cy="1344511"/>
      </dsp:txXfrm>
    </dsp:sp>
    <dsp:sp modelId="{3F74F5A0-BC76-4137-B731-8CE421458B2C}">
      <dsp:nvSpPr>
        <dsp:cNvPr id="0" name=""/>
        <dsp:cNvSpPr/>
      </dsp:nvSpPr>
      <dsp:spPr>
        <a:xfrm>
          <a:off x="5001254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400762"/>
              <a:satOff val="-4719"/>
              <a:lumOff val="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1097087"/>
        <a:ext cx="25769" cy="5153"/>
      </dsp:txXfrm>
    </dsp:sp>
    <dsp:sp modelId="{6A6C469B-9704-4291-85A3-D5CDC11D38AE}">
      <dsp:nvSpPr>
        <dsp:cNvPr id="0" name=""/>
        <dsp:cNvSpPr/>
      </dsp:nvSpPr>
      <dsp:spPr>
        <a:xfrm>
          <a:off x="2762201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320609"/>
                <a:satOff val="-3775"/>
                <a:lumOff val="2510"/>
                <a:alphaOff val="0"/>
                <a:tint val="96000"/>
                <a:lumMod val="104000"/>
              </a:schemeClr>
            </a:gs>
            <a:gs pos="100000">
              <a:schemeClr val="accent5">
                <a:hueOff val="320609"/>
                <a:satOff val="-3775"/>
                <a:lumOff val="251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Portal para vecinos.</a:t>
          </a:r>
        </a:p>
      </dsp:txBody>
      <dsp:txXfrm>
        <a:off x="2762201" y="427408"/>
        <a:ext cx="2240852" cy="1344511"/>
      </dsp:txXfrm>
    </dsp:sp>
    <dsp:sp modelId="{90555ACB-F5E3-426D-BB80-1F8B8C8BFC79}">
      <dsp:nvSpPr>
        <dsp:cNvPr id="0" name=""/>
        <dsp:cNvSpPr/>
      </dsp:nvSpPr>
      <dsp:spPr>
        <a:xfrm>
          <a:off x="1126379" y="1770120"/>
          <a:ext cx="5512497" cy="484796"/>
        </a:xfrm>
        <a:custGeom>
          <a:avLst/>
          <a:gdLst/>
          <a:ahLst/>
          <a:cxnLst/>
          <a:rect l="0" t="0" r="0" b="0"/>
          <a:pathLst>
            <a:path>
              <a:moveTo>
                <a:pt x="5512497" y="0"/>
              </a:moveTo>
              <a:lnTo>
                <a:pt x="5512497" y="259498"/>
              </a:lnTo>
              <a:lnTo>
                <a:pt x="0" y="259498"/>
              </a:lnTo>
              <a:lnTo>
                <a:pt x="0" y="484796"/>
              </a:lnTo>
            </a:path>
          </a:pathLst>
        </a:custGeom>
        <a:noFill/>
        <a:ln w="9525" cap="rnd" cmpd="sng" algn="ctr">
          <a:solidFill>
            <a:schemeClr val="accent5">
              <a:hueOff val="801524"/>
              <a:satOff val="-9438"/>
              <a:lumOff val="6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4214" y="2009941"/>
        <a:ext cx="276826" cy="5153"/>
      </dsp:txXfrm>
    </dsp:sp>
    <dsp:sp modelId="{1FFE9CE5-6475-4C37-A371-38D0F2F1E493}">
      <dsp:nvSpPr>
        <dsp:cNvPr id="0" name=""/>
        <dsp:cNvSpPr/>
      </dsp:nvSpPr>
      <dsp:spPr>
        <a:xfrm>
          <a:off x="5518450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641219"/>
                <a:satOff val="-7550"/>
                <a:lumOff val="5020"/>
                <a:alphaOff val="0"/>
                <a:tint val="96000"/>
                <a:lumMod val="104000"/>
              </a:schemeClr>
            </a:gs>
            <a:gs pos="100000">
              <a:schemeClr val="accent5">
                <a:hueOff val="641219"/>
                <a:satOff val="-7550"/>
                <a:lumOff val="502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Panel administrativo para directorio.</a:t>
          </a:r>
        </a:p>
      </dsp:txBody>
      <dsp:txXfrm>
        <a:off x="5518450" y="427408"/>
        <a:ext cx="2240852" cy="1344511"/>
      </dsp:txXfrm>
    </dsp:sp>
    <dsp:sp modelId="{9123E225-B2AA-4E6F-B1E6-4CE617EA9F6F}">
      <dsp:nvSpPr>
        <dsp:cNvPr id="0" name=""/>
        <dsp:cNvSpPr/>
      </dsp:nvSpPr>
      <dsp:spPr>
        <a:xfrm>
          <a:off x="2245005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202285"/>
              <a:satOff val="-14157"/>
              <a:lumOff val="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2956995"/>
        <a:ext cx="25769" cy="5153"/>
      </dsp:txXfrm>
    </dsp:sp>
    <dsp:sp modelId="{37D249F7-DE4B-4A12-8A3F-CFCA3058D935}">
      <dsp:nvSpPr>
        <dsp:cNvPr id="0" name=""/>
        <dsp:cNvSpPr/>
      </dsp:nvSpPr>
      <dsp:spPr>
        <a:xfrm>
          <a:off x="5952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961828"/>
                <a:satOff val="-11326"/>
                <a:lumOff val="7529"/>
                <a:alphaOff val="0"/>
                <a:tint val="96000"/>
                <a:lumMod val="104000"/>
              </a:schemeClr>
            </a:gs>
            <a:gs pos="100000">
              <a:schemeClr val="accent5">
                <a:hueOff val="961828"/>
                <a:satOff val="-11326"/>
                <a:lumOff val="752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Notificaciones por correo, afiche digital o WhatsApp.</a:t>
          </a:r>
        </a:p>
      </dsp:txBody>
      <dsp:txXfrm>
        <a:off x="5952" y="2287316"/>
        <a:ext cx="2240852" cy="1344511"/>
      </dsp:txXfrm>
    </dsp:sp>
    <dsp:sp modelId="{D11279AE-E0D9-4F23-8564-3D276C1070D3}">
      <dsp:nvSpPr>
        <dsp:cNvPr id="0" name=""/>
        <dsp:cNvSpPr/>
      </dsp:nvSpPr>
      <dsp:spPr>
        <a:xfrm>
          <a:off x="5001254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603047"/>
              <a:satOff val="-18876"/>
              <a:lumOff val="1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2956995"/>
        <a:ext cx="25769" cy="5153"/>
      </dsp:txXfrm>
    </dsp:sp>
    <dsp:sp modelId="{EA48FF62-9B25-4A97-8172-94DC0F9B5769}">
      <dsp:nvSpPr>
        <dsp:cNvPr id="0" name=""/>
        <dsp:cNvSpPr/>
      </dsp:nvSpPr>
      <dsp:spPr>
        <a:xfrm>
          <a:off x="2762201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282438"/>
                <a:satOff val="-15101"/>
                <a:lumOff val="10039"/>
                <a:alphaOff val="0"/>
                <a:tint val="96000"/>
                <a:lumMod val="104000"/>
              </a:schemeClr>
            </a:gs>
            <a:gs pos="100000">
              <a:schemeClr val="accent5">
                <a:hueOff val="1282438"/>
                <a:satOff val="-15101"/>
                <a:lumOff val="1003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Gestión de actividades, solicitudes y documentación.</a:t>
          </a:r>
        </a:p>
      </dsp:txBody>
      <dsp:txXfrm>
        <a:off x="2762201" y="2287316"/>
        <a:ext cx="2240852" cy="1344511"/>
      </dsp:txXfrm>
    </dsp:sp>
    <dsp:sp modelId="{1CBD8C57-EE72-4B17-AFF7-BF9FEB756457}">
      <dsp:nvSpPr>
        <dsp:cNvPr id="0" name=""/>
        <dsp:cNvSpPr/>
      </dsp:nvSpPr>
      <dsp:spPr>
        <a:xfrm>
          <a:off x="5518450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Arquitectura escalable basada en servicios web.</a:t>
          </a:r>
        </a:p>
      </dsp:txBody>
      <dsp:txXfrm>
        <a:off x="5518450" y="2287316"/>
        <a:ext cx="2240852" cy="13445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C192-F10D-4227-A78C-065ACE4AE765}">
      <dsp:nvSpPr>
        <dsp:cNvPr id="0" name=""/>
        <dsp:cNvSpPr/>
      </dsp:nvSpPr>
      <dsp:spPr>
        <a:xfrm>
          <a:off x="0" y="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Revisión de expectativas </a:t>
          </a:r>
        </a:p>
      </dsp:txBody>
      <dsp:txXfrm>
        <a:off x="21400" y="21400"/>
        <a:ext cx="5105318" cy="687862"/>
      </dsp:txXfrm>
    </dsp:sp>
    <dsp:sp modelId="{20A74898-22E6-48F5-B571-13C0480E94CC}">
      <dsp:nvSpPr>
        <dsp:cNvPr id="0" name=""/>
        <dsp:cNvSpPr/>
      </dsp:nvSpPr>
      <dsp:spPr>
        <a:xfrm>
          <a:off x="446502" y="832143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400762"/>
                <a:satOff val="-4719"/>
                <a:lumOff val="3137"/>
                <a:alphaOff val="0"/>
                <a:tint val="96000"/>
                <a:lumMod val="104000"/>
              </a:schemeClr>
            </a:gs>
            <a:gs pos="100000">
              <a:schemeClr val="accent5">
                <a:hueOff val="400762"/>
                <a:satOff val="-4719"/>
                <a:lumOff val="3137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Definición del alcance inicial.</a:t>
          </a:r>
        </a:p>
      </dsp:txBody>
      <dsp:txXfrm>
        <a:off x="467902" y="853543"/>
        <a:ext cx="5015014" cy="687862"/>
      </dsp:txXfrm>
    </dsp:sp>
    <dsp:sp modelId="{F27FEAF5-870A-4C0C-A4D1-6276A2604524}">
      <dsp:nvSpPr>
        <dsp:cNvPr id="0" name=""/>
        <dsp:cNvSpPr/>
      </dsp:nvSpPr>
      <dsp:spPr>
        <a:xfrm>
          <a:off x="893004" y="1664287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801524"/>
                <a:satOff val="-9438"/>
                <a:lumOff val="6274"/>
                <a:alphaOff val="0"/>
                <a:tint val="96000"/>
                <a:lumMod val="104000"/>
              </a:schemeClr>
            </a:gs>
            <a:gs pos="100000">
              <a:schemeClr val="accent5">
                <a:hueOff val="801524"/>
                <a:satOff val="-9438"/>
                <a:lumOff val="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Identificación de roles y responsables.</a:t>
          </a:r>
        </a:p>
      </dsp:txBody>
      <dsp:txXfrm>
        <a:off x="914404" y="1685687"/>
        <a:ext cx="5015014" cy="687862"/>
      </dsp:txXfrm>
    </dsp:sp>
    <dsp:sp modelId="{FBCA42F5-7153-4BA7-B0BF-B4555A13117E}">
      <dsp:nvSpPr>
        <dsp:cNvPr id="0" name=""/>
        <dsp:cNvSpPr/>
      </dsp:nvSpPr>
      <dsp:spPr>
        <a:xfrm>
          <a:off x="1339506" y="249643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202285"/>
                <a:satOff val="-14157"/>
                <a:lumOff val="9412"/>
                <a:alphaOff val="0"/>
                <a:tint val="96000"/>
                <a:lumMod val="104000"/>
              </a:schemeClr>
            </a:gs>
            <a:gs pos="100000">
              <a:schemeClr val="accent5">
                <a:hueOff val="1202285"/>
                <a:satOff val="-14157"/>
                <a:lumOff val="9412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Validación del roadmap y prioridades.</a:t>
          </a:r>
        </a:p>
      </dsp:txBody>
      <dsp:txXfrm>
        <a:off x="1360906" y="2517830"/>
        <a:ext cx="5015014" cy="687862"/>
      </dsp:txXfrm>
    </dsp:sp>
    <dsp:sp modelId="{1953E956-DC20-499B-8F56-24FD6A2C7DBF}">
      <dsp:nvSpPr>
        <dsp:cNvPr id="0" name=""/>
        <dsp:cNvSpPr/>
      </dsp:nvSpPr>
      <dsp:spPr>
        <a:xfrm>
          <a:off x="1786008" y="3328574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Alineación metodológica y acuerdos operativos.</a:t>
          </a:r>
        </a:p>
      </dsp:txBody>
      <dsp:txXfrm>
        <a:off x="1807408" y="3349974"/>
        <a:ext cx="5015014" cy="687862"/>
      </dsp:txXfrm>
    </dsp:sp>
    <dsp:sp modelId="{2D0CE42F-F89A-43D9-AF17-135BFA1BB0E6}">
      <dsp:nvSpPr>
        <dsp:cNvPr id="0" name=""/>
        <dsp:cNvSpPr/>
      </dsp:nvSpPr>
      <dsp:spPr>
        <a:xfrm>
          <a:off x="5504316" y="53378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611175" y="533789"/>
        <a:ext cx="261212" cy="357385"/>
      </dsp:txXfrm>
    </dsp:sp>
    <dsp:sp modelId="{BC31C793-E215-4C70-9FEF-C081BA011753}">
      <dsp:nvSpPr>
        <dsp:cNvPr id="0" name=""/>
        <dsp:cNvSpPr/>
      </dsp:nvSpPr>
      <dsp:spPr>
        <a:xfrm>
          <a:off x="5950818" y="1365933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87747"/>
            <a:satOff val="-1771"/>
            <a:lumOff val="678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57677" y="1365933"/>
        <a:ext cx="261212" cy="357385"/>
      </dsp:txXfrm>
    </dsp:sp>
    <dsp:sp modelId="{B9580EE8-A642-48E3-B57D-3FC31B4EE561}">
      <dsp:nvSpPr>
        <dsp:cNvPr id="0" name=""/>
        <dsp:cNvSpPr/>
      </dsp:nvSpPr>
      <dsp:spPr>
        <a:xfrm>
          <a:off x="6397320" y="218589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175495"/>
            <a:satOff val="-3542"/>
            <a:lumOff val="135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04179" y="2185899"/>
        <a:ext cx="261212" cy="357385"/>
      </dsp:txXfrm>
    </dsp:sp>
    <dsp:sp modelId="{9E0ABAE0-24D1-4828-B553-C05CDF3C538D}">
      <dsp:nvSpPr>
        <dsp:cNvPr id="0" name=""/>
        <dsp:cNvSpPr/>
      </dsp:nvSpPr>
      <dsp:spPr>
        <a:xfrm>
          <a:off x="6843823" y="3026161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763242"/>
            <a:satOff val="-5313"/>
            <a:lumOff val="203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50682" y="3026161"/>
        <a:ext cx="261212" cy="3573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79E08-25E1-41AD-9CB9-6291C7360286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 utilizará Scrum adaptado:</a:t>
          </a:r>
          <a:endParaRPr lang="en-US" sz="2100" kern="1200" dirty="0"/>
        </a:p>
      </dsp:txBody>
      <dsp:txXfrm>
        <a:off x="25119" y="25119"/>
        <a:ext cx="5214273" cy="807403"/>
      </dsp:txXfrm>
    </dsp:sp>
    <dsp:sp modelId="{E9A40769-5575-451F-B37E-E725FFA62CBB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Sprints</a:t>
          </a:r>
          <a:r>
            <a:rPr lang="es-CL" sz="2100" kern="1200"/>
            <a:t> por fases</a:t>
          </a:r>
          <a:r>
            <a:rPr lang="en-US" sz="2100" kern="1200"/>
            <a:t>.</a:t>
          </a:r>
        </a:p>
      </dsp:txBody>
      <dsp:txXfrm>
        <a:off x="545391" y="1038694"/>
        <a:ext cx="5084227" cy="807403"/>
      </dsp:txXfrm>
    </dsp:sp>
    <dsp:sp modelId="{456E33FA-FBB2-4934-8E45-DB4CF3FDD21A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Entregables incrementales.</a:t>
          </a:r>
        </a:p>
      </dsp:txBody>
      <dsp:txXfrm>
        <a:off x="1057898" y="2052270"/>
        <a:ext cx="5091993" cy="807403"/>
      </dsp:txXfrm>
    </dsp:sp>
    <dsp:sp modelId="{0E627AAB-5361-45E9-9992-327DD5E8CC1D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Prioridad basada en valor para la comunidad.</a:t>
          </a:r>
        </a:p>
      </dsp:txBody>
      <dsp:txXfrm>
        <a:off x="1578170" y="3065846"/>
        <a:ext cx="5084227" cy="807403"/>
      </dsp:txXfrm>
    </dsp:sp>
    <dsp:sp modelId="{522CAE3A-6F62-4938-9068-4C8BB852DCDB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8B28A1C4-DE51-4199-888F-BB488C57F856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86F5E11C-0F13-4F4A-9D2E-019E8F859FA3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7B5C-5EE2-42E8-985A-AC1ED23E8387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D3494-B7B5-4485-BB13-63F6170273B0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2B676-8F9F-411A-AB66-25379A37632D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Análisis y levantamiento.</a:t>
          </a:r>
        </a:p>
      </dsp:txBody>
      <dsp:txXfrm>
        <a:off x="620648" y="1261"/>
        <a:ext cx="7144607" cy="537358"/>
      </dsp:txXfrm>
    </dsp:sp>
    <dsp:sp modelId="{3DE249AC-9F4E-4E68-AC2B-510B93FA28E7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E7E94-1AF3-4299-980D-6DCD9F387051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F1788-5EC3-4BD2-939C-DCD8019FBA03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Diseño funcional, GUI y BD.</a:t>
          </a:r>
        </a:p>
      </dsp:txBody>
      <dsp:txXfrm>
        <a:off x="620648" y="672958"/>
        <a:ext cx="7144607" cy="537358"/>
      </dsp:txXfrm>
    </dsp:sp>
    <dsp:sp modelId="{A6F7A298-4450-4FD7-9E0A-E92904F750E8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723E8-0015-46CE-87AE-990CFAB1BBF5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7E32D-38D7-45F2-A76C-F68CA45661C2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Desarrollo iterativo.</a:t>
          </a:r>
        </a:p>
      </dsp:txBody>
      <dsp:txXfrm>
        <a:off x="620648" y="1344656"/>
        <a:ext cx="7144607" cy="537358"/>
      </dsp:txXfrm>
    </dsp:sp>
    <dsp:sp modelId="{852A314F-DD25-45F9-9538-947F2808C120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9110B-701C-45D2-B562-EB4E487629E9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CE625-ABA5-430A-9297-179B8C479E38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Pruebas.</a:t>
          </a:r>
        </a:p>
      </dsp:txBody>
      <dsp:txXfrm>
        <a:off x="620648" y="2016354"/>
        <a:ext cx="7144607" cy="537358"/>
      </dsp:txXfrm>
    </dsp:sp>
    <dsp:sp modelId="{2E0AF57E-C3BA-456F-8371-067011B33FDA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2DBEA-2758-4774-8085-AEDECE88EA3F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69C6-A061-451A-AD39-0DD905008060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Implementación.</a:t>
          </a:r>
        </a:p>
      </dsp:txBody>
      <dsp:txXfrm>
        <a:off x="620648" y="2688052"/>
        <a:ext cx="7144607" cy="537358"/>
      </dsp:txXfrm>
    </dsp:sp>
    <dsp:sp modelId="{1BAEB1D9-B6F6-4950-B174-875A752AFCAE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C4F80-F318-4489-8115-0A6D3E255B74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D80E9-9D6B-41AC-BFA0-77C585986933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Cierre y evaluación del impacto.</a:t>
          </a:r>
        </a:p>
      </dsp:txBody>
      <dsp:txXfrm>
        <a:off x="620648" y="3359749"/>
        <a:ext cx="7144607" cy="537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3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5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5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0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085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7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9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3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3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5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4483554" cy="970450"/>
          </a:xfrm>
        </p:spPr>
        <p:txBody>
          <a:bodyPr>
            <a:normAutofit/>
          </a:bodyPr>
          <a:lstStyle/>
          <a:p>
            <a:r>
              <a:rPr lang="es-CL"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828801"/>
            <a:ext cx="4483554" cy="3866048"/>
          </a:xfrm>
        </p:spPr>
        <p:txBody>
          <a:bodyPr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/>
              <a:t>BarrioLink es una solución tecnológica integral que permite mejorar la gestión, comunicación y participación dentro de una Junta de Vecinos, fortaleciendo la organización territorial mediante una plataforma digital accesible y eficiente.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5424678" y="1"/>
            <a:ext cx="3719322" cy="6858000"/>
          </a:xfrm>
          <a:prstGeom prst="rect">
            <a:avLst/>
          </a:prstGeom>
        </p:spPr>
      </p:pic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01D8941-FDD9-856E-7553-5AFE4CF509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25" r="23253" b="-3"/>
          <a:stretch>
            <a:fillRect/>
          </a:stretch>
        </p:blipFill>
        <p:spPr>
          <a:xfrm>
            <a:off x="5664708" y="643465"/>
            <a:ext cx="2996694" cy="5103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barco en el mar">
            <a:extLst>
              <a:ext uri="{FF2B5EF4-FFF2-40B4-BE49-F238E27FC236}">
                <a16:creationId xmlns:a16="http://schemas.microsoft.com/office/drawing/2014/main" id="{43CEF7B3-FC32-D355-0C0F-36F4783DBE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26636" r="13698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anchor="ctr">
            <a:normAutofit/>
          </a:bodyPr>
          <a:lstStyle/>
          <a:p>
            <a:r>
              <a:rPr lang="es-MX" sz="2800" dirty="0"/>
              <a:t>Las juntas de vecinos en Chile suelen carecer de herramientas tecnológicas modernas para gestionar sus operaciones. Esto provoca desorganización, demoras en trámites y una comunicación poco efectiva con la comunidad. El proyecto surge desde el ámbito académico y social para responder a esta brecha tecnológica.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Problemática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2A047F6-B7E1-68EB-A54A-67DCB2B6E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88820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963506"/>
            <a:ext cx="2805611" cy="4827693"/>
          </a:xfrm>
        </p:spPr>
        <p:txBody>
          <a:bodyPr>
            <a:normAutofit/>
          </a:bodyPr>
          <a:lstStyle/>
          <a:p>
            <a:pPr algn="r"/>
            <a:r>
              <a:rPr lang="es-CL"/>
              <a:t>Necesidad</a:t>
            </a:r>
          </a:p>
        </p:txBody>
      </p: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5890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0823" y="963507"/>
            <a:ext cx="4469844" cy="4827694"/>
          </a:xfrm>
          <a:effectLst/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tx1"/>
                </a:solidFill>
              </a:rPr>
              <a:t>La comunidad necesita una plataforma que facilite trámites, mejore la comunicación, automatice procesos clave y permita un manejo ordenado de la información territorial, habilitando una gestión más eficiente y transparente.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del usuario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AAC949-B831-4DE4-01A9-A6EFF0297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251279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técnicos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6F417-F265-D67F-85DB-9DCB133F2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01090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Solución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DF3BCB-606A-694F-5DE5-0931FA08E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429344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Kickoff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CE750A-58C5-96D8-7472-455156356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436309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Metodología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4D3678-D2FD-5CEF-3EB8-208CA750A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108053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ACC8F-0F1C-E228-A1DB-78EA2A80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629" y="114944"/>
            <a:ext cx="2442970" cy="4939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Arquitectura</a:t>
            </a:r>
          </a:p>
        </p:txBody>
      </p:sp>
      <p:pic>
        <p:nvPicPr>
          <p:cNvPr id="8" name="Marcador de contenido 7" descr="Diagrama">
            <a:extLst>
              <a:ext uri="{FF2B5EF4-FFF2-40B4-BE49-F238E27FC236}">
                <a16:creationId xmlns:a16="http://schemas.microsoft.com/office/drawing/2014/main" id="{72DACFC7-731D-21D7-548F-CB364DB6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" y="608897"/>
            <a:ext cx="8681884" cy="612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9604" y="609600"/>
            <a:ext cx="4383569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cs typeface="+mj-cs"/>
              </a:rPr>
              <a:t>Roles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7987" y="1"/>
            <a:ext cx="3725022" cy="6858000"/>
          </a:xfrm>
          <a:prstGeom prst="rect">
            <a:avLst/>
          </a:prstGeom>
        </p:spPr>
      </p:pic>
      <p:pic>
        <p:nvPicPr>
          <p:cNvPr id="50" name="Graphic 19" descr="Usuarios">
            <a:extLst>
              <a:ext uri="{FF2B5EF4-FFF2-40B4-BE49-F238E27FC236}">
                <a16:creationId xmlns:a16="http://schemas.microsoft.com/office/drawing/2014/main" id="{592DD050-4C02-281E-7385-BFD36FD7C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611" y="1693953"/>
            <a:ext cx="3002395" cy="3002395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51679E5-DF4A-7FB8-33C8-52DE05CD5B69}"/>
              </a:ext>
            </a:extLst>
          </p:cNvPr>
          <p:cNvSpPr txBox="1"/>
          <p:nvPr/>
        </p:nvSpPr>
        <p:spPr>
          <a:xfrm>
            <a:off x="3959603" y="1828800"/>
            <a:ext cx="5086073" cy="4886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Product Owner / Scrum Master (Rol Compartido)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Responsables: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Ambos gestionan los requisitos, priorizan el backlog, coordinan con el cliente, planifican el trabajo y supervisan el avance.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Equipo de Desarrollo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Integrantes: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Realizan el diseño, programación, pruebas, integración y documentación del sistema.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Justificación del Modelo de proyecto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Debido a que el proyecto es ejecutado por un equipo de dos personas, los roles de gestión y desarrollo se unifican. Ambos integrantes cumplen funciones combinadas de Product Owner, Scrum Master y Desarrolladores, adaptando Scrum a un entorno minimalista.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56FD3A-4F39-4752-AC00-DB25CCA4E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772527DF-A25C-46B4-A5D9-BBE2E310A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A7BAC52E-FA16-24D7-16C0-ACD7E1C5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03" b="-2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Fases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006B63-47D8-07E9-5BD2-018DD175D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79768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5F3CA56-202B-ECDB-9299-1C4DB2A835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3087" b="2191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 dirty="0"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 sz="2800" dirty="0">
                <a:solidFill>
                  <a:schemeClr val="tx1"/>
                </a:solidFill>
              </a:rPr>
              <a:t>BarrioLink permitirá impulsar la modernización de las juntas de vecinos, mejorando la comunicación, la organización y la participación comunitaria. La solución integrada ofrece beneficios sostenibles, escalables y alineados con las necesidades reales del territorio.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184</TotalTime>
  <Words>543</Words>
  <Application>Microsoft Office PowerPoint</Application>
  <PresentationFormat>Presentación en pantalla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Calisto MT</vt:lpstr>
      <vt:lpstr>Wingdings 2</vt:lpstr>
      <vt:lpstr>Pizarra</vt:lpstr>
      <vt:lpstr>Introducción</vt:lpstr>
      <vt:lpstr>Contexto</vt:lpstr>
      <vt:lpstr>Problemática</vt:lpstr>
      <vt:lpstr>Necesidad</vt:lpstr>
      <vt:lpstr>Requerimientos del usuario</vt:lpstr>
      <vt:lpstr>Requerimientos técnicos</vt:lpstr>
      <vt:lpstr>Solución</vt:lpstr>
      <vt:lpstr>Kickoff</vt:lpstr>
      <vt:lpstr>Metodología</vt:lpstr>
      <vt:lpstr>Arquitectura</vt:lpstr>
      <vt:lpstr>Roles</vt:lpstr>
      <vt:lpstr>Presentación de PowerPoint</vt:lpstr>
      <vt:lpstr>Fases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. LARCO RIQUELME</cp:lastModifiedBy>
  <cp:revision>4</cp:revision>
  <dcterms:created xsi:type="dcterms:W3CDTF">2013-01-27T09:14:16Z</dcterms:created>
  <dcterms:modified xsi:type="dcterms:W3CDTF">2025-12-03T22:04:22Z</dcterms:modified>
  <cp:category/>
</cp:coreProperties>
</file>